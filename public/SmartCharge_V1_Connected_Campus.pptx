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7475200" cy="9753600"/>
  <p:notesSz cx="17475200" cy="97536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98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8:29:47.8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 0,'5474'0'0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8:29:54.8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0,'5483'0'0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3T18:30:06.7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57,'186'8,"67"-2,-62-12,216 19,-307-8,0-5,1-4,-1-4,169-37,-211 35,1 2,0 3,0 2,98 9,817 19,-743-26,136-7,40 5,-381 4,242 4,-136 7,-50-3,-18-2,-28-2,41-1,401-4,-471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3T18:30:12.0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923 1,'0'2,"-1"1,0 0,0-1,0 1,0-1,0 1,-1-1,1 0,-1 1,0-1,1 0,-1 0,0 0,0 0,0 0,-1-1,1 1,0-1,-1 1,1-1,0 0,-1 0,0 0,-3 1,-3 1,0 0,0-1,0 1,0-2,0 1,-11-1,16-1,0 0,0 0,0 0,0 0,0 1,-7 2,10-3,1 0,-1 0,1 0,0 1,-1-1,1 0,-1 0,1 1,0-1,0 0,-1 1,1-1,0 0,-1 1,1-1,0 0,0 1,0-1,-1 1,1-1,0 0,0 1,0-1,0 1,0-1,0 1,0 1,0-1,1 1,-1-1,1 0,0 1,-1-1,1 0,0 0,-1 1,1-1,0 0,2 2,44 46,-22-32,-21-14,1 0,-1-1,0 1,0 1,0-1,0 1,-1-1,0 1,1 0,-1 0,-1 0,6 9,-7-10,1 0,0 0,0 0,0 0,1 0,-1-1,5 4,15 20,-10-9,-2-1,-11-15,1-1,-1 1,1 0,-1-1,0 1,1-1,-1 1,0-1,1 0,-1 1,0-1,1 0,-1 1,0-1,0 0,1 0,-1 1,0-1,0 0,0 0,1 0,-1 0,0 0,0 0,0-1,1 1,-2 0,-144-7,-87 1,193 7,1 3,0 1,-72 18,75-15,0-2,0-1,-1-2,1-1,-38-4,14 1,47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8:30:21.4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4362 0 0,'-4361'11'0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3T18:30:26.7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8:30:31.2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0,'4608'0'0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3T18:30:35.5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375 1,'-48'1,"-51"8,78-5,1 1,-30 11,-23 6,21-12,40-6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3T18:30:39.5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715 338,'-558'-5,"557"5,0 0,0 0,0 0,0 0,0 0,0 0,0 0,0 0,0 0,1-1,-1 1,0 0,0 0,0-1,0 1,0-1,1 1,-1-1,0 1,0-1,0 0,1 0,0 0,-1 1,1-1,0 0,0 1,0-1,1 0,-1 1,0-1,0 1,0-1,0 0,0 1,1-1,-1 1,0-1,1 0,-1 1,0-1,1 1,-1-1,1 0,3-3,0 0,0 1,0-1,0 1,1 0,4-3,27-9,0 1,1 2,46-9,63-21,-19-17,-94 41,0 2,0 2,1 1,37-9,-51 21,-17 1,0 0,0 0,0 0,1 0,-1-1,0 1,6-3,-10 2,1 1,0-1,0 1,-1-1,1 1,0-1,-1 1,1 0,-1-1,1 1,-1-1,1 1,-1 0,1-1,-1 1,1 0,-1 0,1-1,-1 1,1 0,-1 0,0 0,1 0,-1 0,1 0,-2 0,-18-6,-32-2,0 2,0 2,-1 3,-53 5,92-2,0 1,0 0,0 1,-15 7,1-1,0-2,-2 0,1-2,-50 3,-92-5,147-4,20 0,0-1,0 0,1 0,-1 0,0 0,0-1,1 1,-1-1,1 0,-6-4,7 5,0 0,0-1,1 1,-1 0,0-1,1 1,-1-1,1 0,0 0,-1 1,1-1,0 0,0 0,0 0,0 0,1 0,-1 0,1 0,-1 0,0-4,2 5,0 0,-1 0,1 0,0 0,0 0,0 1,0-1,-1 0,1 0,0 1,0-1,1 1,-1-1,0 1,0-1,0 1,0 0,0 0,0-1,1 1,-1 0,0 0,0 0,0 0,0 0,2 1,33 2,25 4,-1-1,72-4,-67-3,106 14,-154-10,251 29,-261-31,-2-1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3T18:31:16.4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1,'212'10,"-32"1,-141-10,62 9,-60-5,81-1,-47-4,91 2,133 9,-21 20,208 28,125 10,-181-26,-226-20,357 58,-198 9,73 15,9-34,-373-65,144-8,-400 16,-297 21,2-24,-370-61,-55-1,696 56,-355 54,394-40,85-11,-146 33,212-35,16-4,32-3,0-1,256-5,174-8,-2-28,97-75,-12-41,-43 11,-455 136,-12 1,0 2,0 2,1 1,0 1,36 1,-62 6,-17 1,-22 2,-175 10,-47 4,-385 86,127-17,343-65,-219 2,162-19,174-2,1 2,-70 18,82-15,-52 4,16-3,-180 53,163-36,45-14,0-3,-1-1,1-2,-80 0,-126-3,149-1,95-2,0-1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8:31:23.5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 0,'5555'0'0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3T18:31:29.1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1599 91,'-74'-3,"1"-3,0-3,-82-21,97 21,-1 2,0 3,-86 6,-42-3,-135-6,214-1,-41 0,17 8,128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8:31:33.3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5884 317 0,'-5884'-317'0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3T18:31:35.2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860 1,'-353'11,"-148"-11,495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8:31:39.3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 0,'3731'0'0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8:31:44.1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 0,'1926'-11'0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8:31:47.4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709 1 0,'-709'0'0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3T18:31:55.5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1000 27,'0'-1,"0"0,0 1,-1-1,1 1,0-1,-1 0,1 1,-1-1,1 1,-1-1,1 1,-1-1,1 1,-1 0,1-1,-1 1,0 0,1-1,-1 1,1 0,-1-1,0 1,1 0,-1 0,0 0,1 0,-1 0,0 0,0 0,0 0,-30 0,21 0,-47-5,-125-6,-261 17,188-1,251-5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8:32:34.1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0,'5503'69'0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8:32:38.3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4587 0 0,'-4587'11'0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3T18:32:40.5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8:32:43.2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 0,'5731'-26'0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8:33:26.2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 0,'23178'0'0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3T18:33:39.0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 0,'23220'-41'0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9:22:06.1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 0,'5555'0'0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4T09:28:35.3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0,'3627'0,"-3611"2,1 0,-1 0,1 2,-1 0,27 11,-25-9,0 0,0-1,0 0,27 2,268-6,-146-4,1095 3,-1234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4T09:28:38.6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0 144,'497'17,"246"-4,-478-15,-54 4,230-4,-260-11,88-3,293 17,-514-3,58-10,28-2,-79 12,-14 2,-1-2,1-2,55-11,299-68,-284 74,156 9,-111 2,465-2,-613 0,-1 0,1 1,0 0,-1 0,1 1,0 0,-1 0,0 1,10 5,-13-6,0 0,0 0,-1 1,1 0,-1 0,0 0,0 0,0 0,0 1,-1-1,1 1,-1 0,0 0,0 0,0 0,-1 0,3 8,0 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6:58:01.9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23,'5'0,"17"-1,0 2,1 0,-1 1,42 10,-13-3,-42-8,0 0,0 0,0 1,0 1,13 4,-10-3,-1-1,1 0,0-1,0 0,0-1,0-1,12 0,12 1,240 0,-40-26,-166 17,248-15,-130 14,133-3,-262 11,1 0,114 13,-129-7,1-2,67-5,-26 0,261 9,-324-7,1 1,-1 1,1 1,27 7,-1-2,-40-7,0 0,-1 1,1 0,11 5,-8-4,0 0,-1-1,1-1,0 0,0-1,27-3,5 1,224 2,-212-7,-45 4,0 1,22-1,209-3,-146 7,102-2,229-6,-322 7,-100 0,1 1,-1 0,1 1,-1 0,9 3,-9-3,0 1,1-2,-1 1,1-1,11 1,-3-2,0 2,0-1,22 7,-33-7,21 1,-24-3,1 1,-1 0,1 1,-1-1,0 0,1 1,-1-1,1 1,2 1,-4-2,-1 1,1 0,0 0,0 0,0 0,0 0,-1 0,1 0,-1 0,1 0,0 0,-1 0,0 0,1 0,-1 0,0 1,1-1,-1 0,0 0,0 0,0 1,0-1,-1 2,1 28,0 1,2-1,11 55,-9-64,-1 0,0 39,1 6,2 184,-7-163,-13 76,12-149,-3-21,-2-26,0-84,5 106,1 1,-2 0,1 0,-1 0,-1 1,0-1,0 1,0-1,-1 2,-1-1,1 0,-1 1,0 0,-1 0,0 1,0 0,0 0,-1 0,1 1,-17-8,-30-4,-1 3,0 1,-86-7,6 15,-173 14,278-6,-35 8,39-5,-1-2,-27 1,-138 9,-46-2,71-7,-165 31,246-24,-304 28,-293-46,190-2,464 8,1-1,-1-2,0-1,-42-11,37 8,-1 1,0 2,-62 1,-22-2,-65 0,11 2,167 2,0 0,-1 0,1-1,0 1,0-1,0-1,0 1,1-1,-1 0,1 0,-1-1,-4-4,9 8,1-1,0 1,-1 0,1-1,0 1,0 0,0-1,-1 1,1-1,0 1,0 0,0-1,0 1,0-1,0 1,0-1,0 1,0-1,0 1,0 0,0-1,0 1,0-1,0 1,0-1,1 1,-1 0,0-1,0 1,0-1,1 1,-1 0,0-1,1 1,-1 0,0-1,1 1,-1 0,0 0,1-1,-1 1,0 0,1 0,-1 0,1 0,-1-1,0 1,1 0,-1 0,2 0,23-8,18 3,60 0,21-2,270-38,105-14,-202 41,-157 14,545 8,-330 23,34 1,-147-26,-103-3,222 27,-355-25,-1 0,0 0,0 0,0 1,0 0,0 0,-1 0,1 0,0 1,-1 0,0 0,1 0,-1 0,0 1,-1-1,1 1,-1 0,0 1,0-1,0 0,4 9,-2-1,-2 0,1 0,-2-1,1 2,-2-1,1 0,-2 0,0 14,0-13,-1 0,-3 23,3-31,-1 0,0 0,0 0,0 0,0-1,-1 1,1-1,-1 1,0-1,-4 4,-3 2,-1 1,-1-2,1 1,-2-2,1 1,-1-2,-23 11,-8 0,-50 12,27-9,19-9,1-2,-2-3,1-1,-55-1,66-3,-378 0,213-12,-79-1,-368 42,292-25,205-8,-293-5,-295 0,585 0,24 7,130 0,0 1,0-1,0 0,0 1,0-1,0 1,0-1,1 1,-1-1,0 1,0-1,0 1,1 0,-1 0,0-1,1 1,-1 0,0 0,1 0,-1 0,1 0,-1 0,1 0,0 0,0 0,-1 0,1 2,-5 37,3-13,2-26,-1 0,1 0,-1 0,1 0,0 0,0-1,-1 1,1 0,0 0,0 0,0 0,0 0,0 0,0 0,1 0,-1 0,0 0,0 0,1 0,-1 0,0 0,1 0,-1-1,1 1,-1 0,1 0,0 0,-1-1,2 2,1-1,0 0,0 0,0-1,0 1,0-1,0 0,0 1,6-2,299-6,-184-4,40-1,-24-2,19 0,419 7,-257 0,-24-3,-7-1,463-16,-178 11,-418 17,-138 0,1 1,25 6,28 3,482-4,-378-8,-171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6:58:06.3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3148 3 0,'-3147'28'0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6:58:08.8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1663 38,'-27'-5,"-1"2,0 1,1 0,-45 5,3-1,-41 0,-115-4,171-4,-47-2,-595 8,558-14,115 15,14 0,1-1,-1 0,1 0,0-1,-9-1,12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6:58:15.9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 0,'4530'0'0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6:58:26.0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1 104 0,'5370'0'0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6:58:32.2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43,'210'1,"244"-3,570-40,-185 56,-637-2,374 26,-287-7,334 16,-151-47,-370-11,-69 6,53-1,-59 7,0-1,-1-1,1-2,-1-1,1 0,-1-2,31-12,-44 15,1 0,0 0,0 2,1 0,-1 0,0 1,21 3,14-1,106-2,-149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6:58:34.5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0,'5454'14'0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6:58:38.4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 0,'5411'-21'0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6:58:42.5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 0,'5475'0'0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6:58:46.6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5397 85,'-580'8,"437"-8,-240-7,323 3,-641-54,339 34,0 28,84 0,-29 18,77 0,-279-11,425-10,-39 0,-292 8,115-7,3 0,285 0,-1 0,1 1,0 0,-16 7,14-5,0-1,0 0,-16 2,-61-3,74-3,11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6:58:49.2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0,'4820'0'0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6:59:43.5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 0,'5602'0'0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6:59:50.6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6600 16,'-1003'0,"989"1,0 1,0 0,-27 8,27-6,0-1,0 0,-29 1,-21-4,-83 11,89-6,-112-5,72-2,-106 4,-216-5,395 1,-1-2,-45-12,-4-2,45 15,-1 1,-58 3,56 0,0 0,-42-6,-10-3,-160 5,121 5,-342-2,323 15,-59-1,-32 0,-117-3,-6-7,-45 3,268 1,-81 7,65-4,-185-9,158-4,33 2,128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7:13:50.2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7:13:57.9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27,'0'0,"1"-1,0 0,-1 1,1-1,0 1,0 0,0-1,-1 1,1-1,0 1,0 0,0 0,0 0,0-1,0 1,-1 0,1 0,0 0,0 0,0 1,1-1,22 1,41 7,87-1,262 3,-362-10,1-3,69-13,-41 4,0 3,103 2,-76 18,-70-2,-33-8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7:14:00.1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 1,'-15'248,"12"-195,5 97,0-120,7 196,-15-12,1-45,4-154,-1-1,-1 0,-4 15,6-26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7:14:03.9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2497 23,'-189'-5,"-1"0,-30 0,133 6,-92-2,-321-6,306 8,62 5,-150 9,-237-15,514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7:14:05.2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43,'1'-1,"1"0,0 0,0 1,0-1,0 0,0 1,0-1,0 1,0 0,0 0,4 0,-3 0,228-12,252 21,-166-13,-199 0,30-6,41 0,-45 4,-138 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4:26.8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 0,'1524'-10'0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7:14:31.4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79,'8'-1,"0"-1,0 1,0-1,0-1,0 0,-1 0,1 0,-1-1,13-8,33-15,-30 21,1 2,0 0,0 2,0 0,0 2,31 3,11-1,385-2,-294 11,139-1,-267-9,47 9,-48-6,53 3,-8-8,-63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31.8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 0,'5440'0'0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7:15:36.6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 0,'5536'0'0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7:15:40.1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7:15:46.5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5583 792,'-10'0,"1"2,0-1,1 1,-1 0,-9 4,9-3,-1 0,0 0,-20 1,-262-4,240-5,-73-17,-9-2,-94 10,49 4,77 0,-123-6,-702 2,489 13,242 3,-86 2,54 6,170-6,-129 2,-87 8,-5-1,134-5,-7 0,-152-14,298 6,-1 0,1-1,0 0,0 0,-1 0,1-1,0 0,0 0,-7-4,10 4,1 0,-1 0,1 0,0 0,-1 0,1-1,0 1,0-1,1 1,-1-1,0 0,1 1,0-1,0 0,-1 0,2 0,-1 0,0 0,1 0,-1-4,-3-58,8-115,1 40,-4 40,-3-98,2 197,0 1,0 0,0 0,0-1,0 1,0 0,0 0,0-1,0 1,0 0,0 0,0-1,0 1,0 0,0 0,-1-1,1 1,0 0,0 0,0 0,0-1,0 1,-1 0,1 0,0 0,0 0,-1-1,1 1,0 0,0 0,0 0,-1 0,1 0,0 0,0 0,-1 0,1-1,0 1,0 0,-1 0,1 0,0 0,-1 0,1 1,-1-1,-15 9,-17 22,31-28,-25 24,2 1,1 1,-32 49,40-47,-14 36,21-44,-1 0,-1 0,-27 38,4-11,-46 92,70-121,0 0,-11 33,-2 7,21-57,0 1,-1 0,0-1,0 0,-1 0,1 0,-1 0,1 0,-1-1,-1 1,1-1,0 0,-1-1,1 1,-10 3,10-6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7:15:50.9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6,'123'-2,"126"4,228 3,15-15,-154 15,-188-5,-144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7:15:53.4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611 1,'0'1,"0"0,-1 1,1-1,-1 0,1 0,-1 1,1-1,-1 0,0 0,1 0,-1 0,0 0,0 0,0 0,0 0,0-1,0 1,0 0,0 0,0-1,0 1,0-1,-1 1,1-1,0 1,0-1,0 0,-1 1,1-1,0 0,-2 0,-48 2,42-3,-56 0,-77 3,-97 3,170-5,64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17:15:55.9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11,'91'-10,"286"24,114-5,-300-11,89 8,-139 3,202 8,-234-23,-69 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1:05.7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0,'5864'20'0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1:10.9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0,'5862'0'0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1:17.4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0,'5863'22'0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AD256-E2C2-4101-94BA-78DD6E336894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39C584-C132-40E5-8464-D6078FD9E3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1092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9C584-C132-40E5-8464-D6078FD9E39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5883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9C584-C132-40E5-8464-D6078FD9E39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6860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1206" y="3576321"/>
            <a:ext cx="12778739" cy="3218177"/>
          </a:xfrm>
        </p:spPr>
        <p:txBody>
          <a:bodyPr anchor="b">
            <a:normAutofit/>
          </a:bodyPr>
          <a:lstStyle>
            <a:lvl1pPr>
              <a:defRPr sz="768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11206" y="6794495"/>
            <a:ext cx="12778739" cy="1601825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11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1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1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18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6"/>
          <p:cNvSpPr/>
          <p:nvPr/>
        </p:nvSpPr>
        <p:spPr bwMode="auto">
          <a:xfrm>
            <a:off x="0" y="6149419"/>
            <a:ext cx="2500668" cy="1107327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265" y="6442013"/>
            <a:ext cx="1117666" cy="519289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9551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6527" y="887623"/>
            <a:ext cx="12773418" cy="182171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1204" y="3034453"/>
            <a:ext cx="12778740" cy="537261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6004" y="1016001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53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1204" y="2928000"/>
            <a:ext cx="12778739" cy="2088960"/>
          </a:xfrm>
        </p:spPr>
        <p:txBody>
          <a:bodyPr anchor="b"/>
          <a:lstStyle>
            <a:lvl1pPr algn="l">
              <a:defRPr sz="5689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1204" y="5020628"/>
            <a:ext cx="12778739" cy="1223680"/>
          </a:xfrm>
        </p:spPr>
        <p:txBody>
          <a:bodyPr anchor="t"/>
          <a:lstStyle>
            <a:lvl1pPr marL="0" indent="0" algn="l">
              <a:buNone/>
              <a:defRPr sz="2844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004" y="4520072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265" y="4613887"/>
            <a:ext cx="1117666" cy="519289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25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1204" y="3034453"/>
            <a:ext cx="6183205" cy="537261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06737" y="3023960"/>
            <a:ext cx="6183205" cy="537261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6004" y="1016001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265" y="1120402"/>
            <a:ext cx="1117666" cy="519289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166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3101" y="2805622"/>
            <a:ext cx="5722916" cy="819573"/>
          </a:xfrm>
        </p:spPr>
        <p:txBody>
          <a:bodyPr anchor="b">
            <a:noAutofit/>
          </a:bodyPr>
          <a:lstStyle>
            <a:lvl1pPr marL="0" indent="0">
              <a:buNone/>
              <a:defRPr sz="3413" b="0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11205" y="3625196"/>
            <a:ext cx="6224813" cy="4770219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759503" y="2801031"/>
            <a:ext cx="5731901" cy="819573"/>
          </a:xfrm>
        </p:spPr>
        <p:txBody>
          <a:bodyPr anchor="b">
            <a:noAutofit/>
          </a:bodyPr>
          <a:lstStyle>
            <a:lvl1pPr marL="0" indent="0">
              <a:buNone/>
              <a:defRPr sz="3413" b="0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272638" y="3620605"/>
            <a:ext cx="6218766" cy="4770219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6004" y="1016001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265" y="1120402"/>
            <a:ext cx="1117666" cy="519289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39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6004" y="1016001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4494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6004" y="1016001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37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1204" y="634436"/>
            <a:ext cx="5024119" cy="1388533"/>
          </a:xfrm>
        </p:spPr>
        <p:txBody>
          <a:bodyPr anchor="b"/>
          <a:lstStyle>
            <a:lvl1pPr algn="l">
              <a:defRPr sz="2844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62984" y="634437"/>
            <a:ext cx="7426960" cy="7701281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1204" y="2273583"/>
            <a:ext cx="5024119" cy="6062131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004" y="1016001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271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1205" y="6827520"/>
            <a:ext cx="12778740" cy="806027"/>
          </a:xfrm>
        </p:spPr>
        <p:txBody>
          <a:bodyPr anchor="b">
            <a:normAutofit/>
          </a:bodyPr>
          <a:lstStyle>
            <a:lvl1pPr algn="l">
              <a:defRPr sz="3413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11204" y="903061"/>
            <a:ext cx="12778740" cy="5482624"/>
          </a:xfrm>
        </p:spPr>
        <p:txBody>
          <a:bodyPr anchor="t">
            <a:normAutofit/>
          </a:bodyPr>
          <a:lstStyle>
            <a:lvl1pPr marL="0" indent="0" algn="ctr">
              <a:buNone/>
              <a:defRPr sz="2276"/>
            </a:lvl1pPr>
            <a:lvl2pPr marL="650230" indent="0">
              <a:buNone/>
              <a:defRPr sz="2276"/>
            </a:lvl2pPr>
            <a:lvl3pPr marL="1300460" indent="0">
              <a:buNone/>
              <a:defRPr sz="2276"/>
            </a:lvl3pPr>
            <a:lvl4pPr marL="1950690" indent="0">
              <a:buNone/>
              <a:defRPr sz="2276"/>
            </a:lvl4pPr>
            <a:lvl5pPr marL="2600919" indent="0">
              <a:buNone/>
              <a:defRPr sz="2276"/>
            </a:lvl5pPr>
            <a:lvl6pPr marL="3251149" indent="0">
              <a:buNone/>
              <a:defRPr sz="2276"/>
            </a:lvl6pPr>
            <a:lvl7pPr marL="3901379" indent="0">
              <a:buNone/>
              <a:defRPr sz="2276"/>
            </a:lvl7pPr>
            <a:lvl8pPr marL="4551609" indent="0">
              <a:buNone/>
              <a:defRPr sz="2276"/>
            </a:lvl8pPr>
            <a:lvl9pPr marL="5201839" indent="0">
              <a:buNone/>
              <a:defRPr sz="2276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1205" y="7633547"/>
            <a:ext cx="12778740" cy="702168"/>
          </a:xfrm>
        </p:spPr>
        <p:txBody>
          <a:bodyPr>
            <a:normAutofit/>
          </a:bodyPr>
          <a:lstStyle>
            <a:lvl1pPr marL="0" indent="0">
              <a:buNone/>
              <a:defRPr sz="1707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004" y="6985565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265" y="7087058"/>
            <a:ext cx="1117666" cy="519289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061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1204" y="866986"/>
            <a:ext cx="12778739" cy="4433124"/>
          </a:xfrm>
        </p:spPr>
        <p:txBody>
          <a:bodyPr anchor="ctr">
            <a:normAutofit/>
          </a:bodyPr>
          <a:lstStyle>
            <a:lvl1pPr algn="l">
              <a:defRPr sz="6827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1204" y="6192421"/>
            <a:ext cx="12778739" cy="2212784"/>
          </a:xfrm>
        </p:spPr>
        <p:txBody>
          <a:bodyPr anchor="ctr">
            <a:normAutofit/>
          </a:bodyPr>
          <a:lstStyle>
            <a:lvl1pPr marL="0" indent="0" algn="l">
              <a:buNone/>
              <a:defRPr sz="25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004" y="4520072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265" y="4613887"/>
            <a:ext cx="1117666" cy="519289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230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4927" y="866987"/>
            <a:ext cx="12031294" cy="4118187"/>
          </a:xfrm>
        </p:spPr>
        <p:txBody>
          <a:bodyPr anchor="ctr">
            <a:normAutofit/>
          </a:bodyPr>
          <a:lstStyle>
            <a:lvl1pPr algn="l">
              <a:defRPr sz="6827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94184" y="4985173"/>
            <a:ext cx="10802394" cy="541867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276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1204" y="6192421"/>
            <a:ext cx="12778739" cy="2212784"/>
          </a:xfrm>
        </p:spPr>
        <p:txBody>
          <a:bodyPr anchor="ctr">
            <a:normAutofit/>
          </a:bodyPr>
          <a:lstStyle>
            <a:lvl1pPr marL="0" indent="0" algn="l">
              <a:buNone/>
              <a:defRPr sz="25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6004" y="4520072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265" y="4613887"/>
            <a:ext cx="1117666" cy="519289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3536968" y="921607"/>
            <a:ext cx="873760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31288" y="4131991"/>
            <a:ext cx="873760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0379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1205" y="3467947"/>
            <a:ext cx="12778740" cy="3875335"/>
          </a:xfrm>
        </p:spPr>
        <p:txBody>
          <a:bodyPr anchor="b">
            <a:normAutofit/>
          </a:bodyPr>
          <a:lstStyle>
            <a:lvl1pPr algn="l">
              <a:defRPr sz="6827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1205" y="7369386"/>
            <a:ext cx="12778740" cy="1037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004" y="6985565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265" y="7087058"/>
            <a:ext cx="1117666" cy="519289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1257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084927" y="866987"/>
            <a:ext cx="12031294" cy="4118187"/>
          </a:xfrm>
        </p:spPr>
        <p:txBody>
          <a:bodyPr anchor="ctr">
            <a:normAutofit/>
          </a:bodyPr>
          <a:lstStyle>
            <a:lvl1pPr algn="l">
              <a:defRPr sz="6827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711204" y="6177280"/>
            <a:ext cx="12778740" cy="119210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413">
                <a:solidFill>
                  <a:schemeClr val="accent1"/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1205" y="7369386"/>
            <a:ext cx="12778740" cy="1037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6004" y="6985565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265" y="7087058"/>
            <a:ext cx="1117666" cy="519289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  <p:sp>
        <p:nvSpPr>
          <p:cNvPr id="17" name="TextBox 16"/>
          <p:cNvSpPr txBox="1"/>
          <p:nvPr/>
        </p:nvSpPr>
        <p:spPr>
          <a:xfrm>
            <a:off x="3536968" y="921607"/>
            <a:ext cx="873760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31288" y="4131991"/>
            <a:ext cx="873760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3690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1204" y="892312"/>
            <a:ext cx="12778739" cy="4096028"/>
          </a:xfrm>
        </p:spPr>
        <p:txBody>
          <a:bodyPr anchor="ctr">
            <a:normAutofit/>
          </a:bodyPr>
          <a:lstStyle>
            <a:lvl1pPr algn="l">
              <a:defRPr sz="6827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711204" y="6177280"/>
            <a:ext cx="12778740" cy="119210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413">
                <a:solidFill>
                  <a:schemeClr val="accent1"/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1205" y="7369386"/>
            <a:ext cx="12778740" cy="1037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6004" y="6985565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265" y="7087058"/>
            <a:ext cx="1117666" cy="519289"/>
          </a:xfrm>
        </p:spPr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0836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6004" y="1016001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2879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22565" y="892310"/>
            <a:ext cx="3164228" cy="7514762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1204" y="892310"/>
            <a:ext cx="9283700" cy="751476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6004" y="1016001"/>
            <a:ext cx="2276889" cy="72148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577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50" b="0" i="0">
                <a:solidFill>
                  <a:srgbClr val="415B7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0278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325120"/>
            <a:ext cx="4087173" cy="944160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9017" y="-1117"/>
            <a:ext cx="3377899" cy="9747967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262128" cy="9753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6525" y="887623"/>
            <a:ext cx="12773418" cy="1821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1204" y="3034453"/>
            <a:ext cx="12778740" cy="5527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1644" y="8718844"/>
            <a:ext cx="1643006" cy="5267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11204" y="8726483"/>
            <a:ext cx="1092199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2265" y="1120402"/>
            <a:ext cx="111766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44">
                <a:solidFill>
                  <a:srgbClr val="FEFFFF"/>
                </a:solidFill>
              </a:defRPr>
            </a:lvl1pPr>
          </a:lstStyle>
          <a:p>
            <a:fld id="{B6F15528-21DE-4FAA-801E-634DDDAF4B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8808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650230" rtl="0" eaLnBrk="1" latinLnBrk="0" hangingPunct="1">
        <a:spcBef>
          <a:spcPct val="0"/>
        </a:spcBef>
        <a:buNone/>
        <a:defRPr sz="512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87672" indent="-487672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25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056623" indent="-406394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227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625575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99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27580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92603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57626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22649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87672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52695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10" Type="http://schemas.openxmlformats.org/officeDocument/2006/relationships/image" Target="../media/image28.jpg"/><Relationship Id="rId4" Type="http://schemas.openxmlformats.org/officeDocument/2006/relationships/image" Target="../media/image22.jpg"/><Relationship Id="rId9" Type="http://schemas.openxmlformats.org/officeDocument/2006/relationships/image" Target="../media/image2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50.png"/><Relationship Id="rId42" Type="http://schemas.openxmlformats.org/officeDocument/2006/relationships/customXml" Target="../ink/ink21.xml"/><Relationship Id="rId47" Type="http://schemas.openxmlformats.org/officeDocument/2006/relationships/image" Target="../media/image37.png"/><Relationship Id="rId84" Type="http://schemas.openxmlformats.org/officeDocument/2006/relationships/customXml" Target="../ink/ink33.xml"/><Relationship Id="rId89" Type="http://schemas.openxmlformats.org/officeDocument/2006/relationships/image" Target="../media/image82.png"/><Relationship Id="rId112" Type="http://schemas.openxmlformats.org/officeDocument/2006/relationships/image" Target="../media/image59.png"/><Relationship Id="rId133" Type="http://schemas.openxmlformats.org/officeDocument/2006/relationships/image" Target="../media/image60.png"/><Relationship Id="rId16" Type="http://schemas.openxmlformats.org/officeDocument/2006/relationships/customXml" Target="../ink/ink8.xml"/><Relationship Id="rId107" Type="http://schemas.openxmlformats.org/officeDocument/2006/relationships/customXml" Target="../ink/ink45.xml"/><Relationship Id="rId11" Type="http://schemas.openxmlformats.org/officeDocument/2006/relationships/image" Target="../media/image45.png"/><Relationship Id="rId32" Type="http://schemas.openxmlformats.org/officeDocument/2006/relationships/customXml" Target="../ink/ink16.xml"/><Relationship Id="rId37" Type="http://schemas.openxmlformats.org/officeDocument/2006/relationships/image" Target="../media/image58.png"/><Relationship Id="rId53" Type="http://schemas.openxmlformats.org/officeDocument/2006/relationships/customXml" Target="../ink/ink27.xml"/><Relationship Id="rId79" Type="http://schemas.openxmlformats.org/officeDocument/2006/relationships/image" Target="../media/image67.png"/><Relationship Id="rId102" Type="http://schemas.openxmlformats.org/officeDocument/2006/relationships/image" Target="../media/image88.png"/><Relationship Id="rId123" Type="http://schemas.openxmlformats.org/officeDocument/2006/relationships/customXml" Target="../ink/ink50.xml"/><Relationship Id="rId128" Type="http://schemas.openxmlformats.org/officeDocument/2006/relationships/customXml" Target="../ink/ink53.xml"/><Relationship Id="rId5" Type="http://schemas.openxmlformats.org/officeDocument/2006/relationships/image" Target="../media/image31.png"/><Relationship Id="rId90" Type="http://schemas.openxmlformats.org/officeDocument/2006/relationships/customXml" Target="../ink/ink36.xml"/><Relationship Id="rId95" Type="http://schemas.openxmlformats.org/officeDocument/2006/relationships/image" Target="../media/image85.png"/><Relationship Id="rId22" Type="http://schemas.openxmlformats.org/officeDocument/2006/relationships/customXml" Target="../ink/ink11.xml"/><Relationship Id="rId27" Type="http://schemas.openxmlformats.org/officeDocument/2006/relationships/image" Target="../media/image53.png"/><Relationship Id="rId43" Type="http://schemas.openxmlformats.org/officeDocument/2006/relationships/image" Target="../media/image35.png"/><Relationship Id="rId48" Type="http://schemas.openxmlformats.org/officeDocument/2006/relationships/customXml" Target="../ink/ink24.xml"/><Relationship Id="rId113" Type="http://schemas.openxmlformats.org/officeDocument/2006/relationships/customXml" Target="../ink/ink48.xml"/><Relationship Id="rId134" Type="http://schemas.openxmlformats.org/officeDocument/2006/relationships/customXml" Target="../ink/ink56.xml"/><Relationship Id="rId80" Type="http://schemas.openxmlformats.org/officeDocument/2006/relationships/customXml" Target="../ink/ink31.xml"/><Relationship Id="rId85" Type="http://schemas.openxmlformats.org/officeDocument/2006/relationships/image" Target="../media/image80.png"/><Relationship Id="rId12" Type="http://schemas.openxmlformats.org/officeDocument/2006/relationships/customXml" Target="../ink/ink6.xml"/><Relationship Id="rId17" Type="http://schemas.openxmlformats.org/officeDocument/2006/relationships/image" Target="../media/image48.png"/><Relationship Id="rId33" Type="http://schemas.openxmlformats.org/officeDocument/2006/relationships/image" Target="../media/image56.png"/><Relationship Id="rId38" Type="http://schemas.openxmlformats.org/officeDocument/2006/relationships/customXml" Target="../ink/ink19.xml"/><Relationship Id="rId103" Type="http://schemas.openxmlformats.org/officeDocument/2006/relationships/customXml" Target="../ink/ink43.xml"/><Relationship Id="rId108" Type="http://schemas.openxmlformats.org/officeDocument/2006/relationships/image" Target="../media/image91.png"/><Relationship Id="rId124" Type="http://schemas.openxmlformats.org/officeDocument/2006/relationships/customXml" Target="../ink/ink51.xml"/><Relationship Id="rId129" Type="http://schemas.openxmlformats.org/officeDocument/2006/relationships/image" Target="../media/image101.png"/><Relationship Id="rId54" Type="http://schemas.openxmlformats.org/officeDocument/2006/relationships/image" Target="../media/image40.png"/><Relationship Id="rId75" Type="http://schemas.openxmlformats.org/officeDocument/2006/relationships/image" Target="../media/image75.png"/><Relationship Id="rId91" Type="http://schemas.openxmlformats.org/officeDocument/2006/relationships/image" Target="../media/image83.png"/><Relationship Id="rId96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32.png"/><Relationship Id="rId23" Type="http://schemas.openxmlformats.org/officeDocument/2006/relationships/image" Target="../media/image5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38.png"/><Relationship Id="rId106" Type="http://schemas.openxmlformats.org/officeDocument/2006/relationships/image" Target="../media/image90.png"/><Relationship Id="rId127" Type="http://schemas.openxmlformats.org/officeDocument/2006/relationships/image" Target="../media/image100.png"/><Relationship Id="rId10" Type="http://schemas.openxmlformats.org/officeDocument/2006/relationships/customXml" Target="../ink/ink5.xml"/><Relationship Id="rId31" Type="http://schemas.openxmlformats.org/officeDocument/2006/relationships/image" Target="../media/image55.png"/><Relationship Id="rId44" Type="http://schemas.openxmlformats.org/officeDocument/2006/relationships/customXml" Target="../ink/ink22.xml"/><Relationship Id="rId52" Type="http://schemas.openxmlformats.org/officeDocument/2006/relationships/image" Target="../media/image39.png"/><Relationship Id="rId78" Type="http://schemas.openxmlformats.org/officeDocument/2006/relationships/customXml" Target="../ink/ink30.xml"/><Relationship Id="rId81" Type="http://schemas.openxmlformats.org/officeDocument/2006/relationships/image" Target="../media/image78.png"/><Relationship Id="rId86" Type="http://schemas.openxmlformats.org/officeDocument/2006/relationships/customXml" Target="../ink/ink34.xml"/><Relationship Id="rId94" Type="http://schemas.openxmlformats.org/officeDocument/2006/relationships/customXml" Target="../ink/ink38.xml"/><Relationship Id="rId99" Type="http://schemas.openxmlformats.org/officeDocument/2006/relationships/image" Target="../media/image44.png"/><Relationship Id="rId101" Type="http://schemas.openxmlformats.org/officeDocument/2006/relationships/customXml" Target="../ink/ink42.xml"/><Relationship Id="rId122" Type="http://schemas.openxmlformats.org/officeDocument/2006/relationships/image" Target="../media/image98.png"/><Relationship Id="rId130" Type="http://schemas.openxmlformats.org/officeDocument/2006/relationships/customXml" Target="../ink/ink54.xml"/><Relationship Id="rId135" Type="http://schemas.openxmlformats.org/officeDocument/2006/relationships/image" Target="../media/image61.png"/><Relationship Id="rId4" Type="http://schemas.openxmlformats.org/officeDocument/2006/relationships/customXml" Target="../ink/ink2.xml"/><Relationship Id="rId9" Type="http://schemas.openxmlformats.org/officeDocument/2006/relationships/image" Target="../media/image440.png"/><Relationship Id="rId13" Type="http://schemas.openxmlformats.org/officeDocument/2006/relationships/image" Target="../media/image46.png"/><Relationship Id="rId18" Type="http://schemas.openxmlformats.org/officeDocument/2006/relationships/customXml" Target="../ink/ink9.xml"/><Relationship Id="rId39" Type="http://schemas.openxmlformats.org/officeDocument/2006/relationships/image" Target="../media/image33.png"/><Relationship Id="rId109" Type="http://schemas.openxmlformats.org/officeDocument/2006/relationships/customXml" Target="../ink/ink46.xml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customXml" Target="../ink/ink28.xml"/><Relationship Id="rId76" Type="http://schemas.openxmlformats.org/officeDocument/2006/relationships/customXml" Target="../ink/ink29.xml"/><Relationship Id="rId97" Type="http://schemas.openxmlformats.org/officeDocument/2006/relationships/image" Target="../media/image42.png"/><Relationship Id="rId104" Type="http://schemas.openxmlformats.org/officeDocument/2006/relationships/image" Target="../media/image89.png"/><Relationship Id="rId120" Type="http://schemas.openxmlformats.org/officeDocument/2006/relationships/image" Target="../media/image97.png"/><Relationship Id="rId125" Type="http://schemas.openxmlformats.org/officeDocument/2006/relationships/image" Target="../media/image99.png"/><Relationship Id="rId7" Type="http://schemas.openxmlformats.org/officeDocument/2006/relationships/image" Target="../media/image43.png"/><Relationship Id="rId92" Type="http://schemas.openxmlformats.org/officeDocument/2006/relationships/customXml" Target="../ink/ink37.xml"/><Relationship Id="rId2" Type="http://schemas.openxmlformats.org/officeDocument/2006/relationships/customXml" Target="../ink/ink1.xml"/><Relationship Id="rId29" Type="http://schemas.openxmlformats.org/officeDocument/2006/relationships/image" Target="../media/image5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36.png"/><Relationship Id="rId87" Type="http://schemas.openxmlformats.org/officeDocument/2006/relationships/image" Target="../media/image81.png"/><Relationship Id="rId110" Type="http://schemas.openxmlformats.org/officeDocument/2006/relationships/image" Target="../media/image47.png"/><Relationship Id="rId131" Type="http://schemas.openxmlformats.org/officeDocument/2006/relationships/image" Target="../media/image102.png"/><Relationship Id="rId136" Type="http://schemas.openxmlformats.org/officeDocument/2006/relationships/customXml" Target="../ink/ink57.xml"/><Relationship Id="rId82" Type="http://schemas.openxmlformats.org/officeDocument/2006/relationships/customXml" Target="../ink/ink32.xml"/><Relationship Id="rId19" Type="http://schemas.openxmlformats.org/officeDocument/2006/relationships/image" Target="../media/image4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57.png"/><Relationship Id="rId77" Type="http://schemas.openxmlformats.org/officeDocument/2006/relationships/image" Target="../media/image66.png"/><Relationship Id="rId100" Type="http://schemas.openxmlformats.org/officeDocument/2006/relationships/customXml" Target="../ink/ink41.xml"/><Relationship Id="rId105" Type="http://schemas.openxmlformats.org/officeDocument/2006/relationships/customXml" Target="../ink/ink44.xml"/><Relationship Id="rId126" Type="http://schemas.openxmlformats.org/officeDocument/2006/relationships/customXml" Target="../ink/ink52.xml"/><Relationship Id="rId8" Type="http://schemas.openxmlformats.org/officeDocument/2006/relationships/customXml" Target="../ink/ink4.xml"/><Relationship Id="rId51" Type="http://schemas.openxmlformats.org/officeDocument/2006/relationships/customXml" Target="../ink/ink26.xml"/><Relationship Id="rId93" Type="http://schemas.openxmlformats.org/officeDocument/2006/relationships/image" Target="../media/image84.png"/><Relationship Id="rId98" Type="http://schemas.openxmlformats.org/officeDocument/2006/relationships/customXml" Target="../ink/ink40.xml"/><Relationship Id="rId121" Type="http://schemas.openxmlformats.org/officeDocument/2006/relationships/customXml" Target="../ink/ink49.xml"/><Relationship Id="rId3" Type="http://schemas.openxmlformats.org/officeDocument/2006/relationships/image" Target="../media/image41.png"/><Relationship Id="rId25" Type="http://schemas.openxmlformats.org/officeDocument/2006/relationships/image" Target="../media/image52.png"/><Relationship Id="rId46" Type="http://schemas.openxmlformats.org/officeDocument/2006/relationships/customXml" Target="../ink/ink23.xml"/><Relationship Id="rId137" Type="http://schemas.openxmlformats.org/officeDocument/2006/relationships/image" Target="../media/image62.png"/><Relationship Id="rId20" Type="http://schemas.openxmlformats.org/officeDocument/2006/relationships/customXml" Target="../ink/ink10.xml"/><Relationship Id="rId41" Type="http://schemas.openxmlformats.org/officeDocument/2006/relationships/image" Target="../media/image34.png"/><Relationship Id="rId83" Type="http://schemas.openxmlformats.org/officeDocument/2006/relationships/image" Target="../media/image79.png"/><Relationship Id="rId88" Type="http://schemas.openxmlformats.org/officeDocument/2006/relationships/customXml" Target="../ink/ink35.xml"/><Relationship Id="rId111" Type="http://schemas.openxmlformats.org/officeDocument/2006/relationships/customXml" Target="../ink/ink47.xml"/><Relationship Id="rId132" Type="http://schemas.openxmlformats.org/officeDocument/2006/relationships/customXml" Target="../ink/ink5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g"/><Relationship Id="rId3" Type="http://schemas.openxmlformats.org/officeDocument/2006/relationships/image" Target="../media/image66.jpg"/><Relationship Id="rId7" Type="http://schemas.openxmlformats.org/officeDocument/2006/relationships/image" Target="../media/image70.jpg"/><Relationship Id="rId12" Type="http://schemas.openxmlformats.org/officeDocument/2006/relationships/image" Target="../media/image75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jpg"/><Relationship Id="rId11" Type="http://schemas.openxmlformats.org/officeDocument/2006/relationships/image" Target="../media/image74.jpg"/><Relationship Id="rId5" Type="http://schemas.openxmlformats.org/officeDocument/2006/relationships/image" Target="../media/image68.jpg"/><Relationship Id="rId10" Type="http://schemas.openxmlformats.org/officeDocument/2006/relationships/image" Target="../media/image73.jpg"/><Relationship Id="rId4" Type="http://schemas.openxmlformats.org/officeDocument/2006/relationships/image" Target="../media/image67.jpg"/><Relationship Id="rId9" Type="http://schemas.openxmlformats.org/officeDocument/2006/relationships/image" Target="../media/image7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2700" y="5727700"/>
            <a:ext cx="9829800" cy="254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68098" y="2452984"/>
            <a:ext cx="11328731" cy="2866169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065" marR="5080" indent="-635" algn="ctr">
              <a:lnSpc>
                <a:spcPct val="87700"/>
              </a:lnSpc>
              <a:spcBef>
                <a:spcPts val="1125"/>
              </a:spcBef>
              <a:tabLst>
                <a:tab pos="6389370" algn="l"/>
                <a:tab pos="9231630" algn="l"/>
              </a:tabLst>
            </a:pPr>
            <a:r>
              <a:rPr sz="6700" dirty="0" err="1">
                <a:solidFill>
                  <a:srgbClr val="363636"/>
                </a:solidFill>
                <a:latin typeface="Arial MT"/>
                <a:cs typeface="Arial MT"/>
              </a:rPr>
              <a:t>SmartCharge</a:t>
            </a:r>
            <a:r>
              <a:rPr sz="6700" spc="-45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lang="fr-FR" sz="6700" spc="-50" dirty="0">
                <a:solidFill>
                  <a:srgbClr val="2B3D4F"/>
                </a:solidFill>
                <a:latin typeface="Arial MT"/>
                <a:cs typeface="Arial MT"/>
              </a:rPr>
              <a:t>V1</a:t>
            </a:r>
            <a:r>
              <a:rPr sz="6700" dirty="0">
                <a:solidFill>
                  <a:srgbClr val="2B3D4F"/>
                </a:solidFill>
                <a:latin typeface="Arial MT"/>
                <a:cs typeface="Arial MT"/>
              </a:rPr>
              <a:t>	</a:t>
            </a:r>
            <a:r>
              <a:rPr sz="6700" i="1" spc="-300" dirty="0">
                <a:solidFill>
                  <a:srgbClr val="3A3A3A"/>
                </a:solidFill>
                <a:latin typeface="Arial"/>
                <a:cs typeface="Arial"/>
              </a:rPr>
              <a:t>:</a:t>
            </a:r>
            <a:r>
              <a:rPr sz="6700" i="1" spc="-40" dirty="0">
                <a:solidFill>
                  <a:srgbClr val="3A3A3A"/>
                </a:solidFill>
                <a:latin typeface="Arial"/>
                <a:cs typeface="Arial"/>
              </a:rPr>
              <a:t> </a:t>
            </a:r>
            <a:r>
              <a:rPr sz="6700" spc="-305" dirty="0">
                <a:solidFill>
                  <a:srgbClr val="363636"/>
                </a:solidFill>
                <a:latin typeface="Arial MT"/>
                <a:cs typeface="Arial MT"/>
              </a:rPr>
              <a:t>La</a:t>
            </a:r>
            <a:r>
              <a:rPr sz="6700" spc="-6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6700" spc="180" dirty="0">
                <a:solidFill>
                  <a:srgbClr val="363636"/>
                </a:solidFill>
                <a:latin typeface="Arial MT"/>
                <a:cs typeface="Arial MT"/>
              </a:rPr>
              <a:t>station </a:t>
            </a:r>
            <a:r>
              <a:rPr sz="6700" spc="145" dirty="0">
                <a:solidFill>
                  <a:srgbClr val="383838"/>
                </a:solidFill>
                <a:latin typeface="Arial MT"/>
                <a:cs typeface="Arial MT"/>
              </a:rPr>
              <a:t>de</a:t>
            </a:r>
            <a:r>
              <a:rPr sz="6700" spc="-35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6700" dirty="0">
                <a:solidFill>
                  <a:srgbClr val="363636"/>
                </a:solidFill>
                <a:latin typeface="Arial MT"/>
                <a:cs typeface="Arial MT"/>
              </a:rPr>
              <a:t>recharge</a:t>
            </a:r>
            <a:r>
              <a:rPr sz="6700" spc="14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6700" spc="-60" dirty="0">
                <a:solidFill>
                  <a:srgbClr val="363636"/>
                </a:solidFill>
                <a:latin typeface="Arial MT"/>
                <a:cs typeface="Arial MT"/>
              </a:rPr>
              <a:t>sans</a:t>
            </a:r>
            <a:r>
              <a:rPr lang="fr-FR" sz="6700" spc="-204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lang="fr-FR" sz="6700" spc="-25" dirty="0">
                <a:solidFill>
                  <a:srgbClr val="2A384D"/>
                </a:solidFill>
                <a:latin typeface="Arial MT"/>
                <a:cs typeface="Arial MT"/>
              </a:rPr>
              <a:t>fil</a:t>
            </a:r>
            <a:r>
              <a:rPr lang="fr-FR" sz="6700" spc="200" dirty="0">
                <a:solidFill>
                  <a:srgbClr val="2D3F52"/>
                </a:solidFill>
                <a:latin typeface="Arial MT"/>
                <a:cs typeface="Arial MT"/>
              </a:rPr>
              <a:t> pour</a:t>
            </a:r>
            <a:r>
              <a:rPr lang="fr-FR" sz="6700" spc="-200" dirty="0">
                <a:solidFill>
                  <a:srgbClr val="2D3F52"/>
                </a:solidFill>
                <a:latin typeface="Arial MT"/>
                <a:cs typeface="Arial MT"/>
              </a:rPr>
              <a:t> </a:t>
            </a:r>
            <a:r>
              <a:rPr lang="fr-FR" sz="6700" spc="125" dirty="0">
                <a:solidFill>
                  <a:srgbClr val="3A3A3A"/>
                </a:solidFill>
                <a:latin typeface="Arial MT"/>
                <a:cs typeface="Arial MT"/>
              </a:rPr>
              <a:t>le </a:t>
            </a:r>
            <a:r>
              <a:rPr lang="fr-FR" sz="6700" dirty="0">
                <a:solidFill>
                  <a:srgbClr val="363636"/>
                </a:solidFill>
                <a:latin typeface="Arial MT"/>
                <a:cs typeface="Arial MT"/>
              </a:rPr>
              <a:t>campus</a:t>
            </a:r>
            <a:r>
              <a:rPr lang="fr-FR" sz="6700" spc="7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lang="fr-FR" sz="6700" spc="145" dirty="0">
                <a:solidFill>
                  <a:srgbClr val="383838"/>
                </a:solidFill>
                <a:latin typeface="Arial MT"/>
                <a:cs typeface="Arial MT"/>
              </a:rPr>
              <a:t>de</a:t>
            </a:r>
            <a:r>
              <a:rPr lang="fr-FR" sz="6700" spc="-24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lang="fr-FR" sz="6700" spc="80" dirty="0">
                <a:solidFill>
                  <a:srgbClr val="383838"/>
                </a:solidFill>
                <a:latin typeface="Arial MT"/>
                <a:cs typeface="Arial MT"/>
              </a:rPr>
              <a:t>demain.</a:t>
            </a:r>
            <a:endParaRPr sz="67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56000" y="6803159"/>
            <a:ext cx="3217312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229" dirty="0">
                <a:solidFill>
                  <a:srgbClr val="131313"/>
                </a:solidFill>
                <a:latin typeface="Arial MT"/>
                <a:cs typeface="Arial MT"/>
              </a:rPr>
              <a:t>ISTA</a:t>
            </a:r>
            <a:r>
              <a:rPr sz="2500" spc="1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2500" spc="-25" dirty="0">
                <a:solidFill>
                  <a:srgbClr val="080808"/>
                </a:solidFill>
                <a:latin typeface="Arial MT"/>
                <a:cs typeface="Arial MT"/>
              </a:rPr>
              <a:t>Témara</a:t>
            </a:r>
            <a:r>
              <a:rPr sz="2500" spc="-10" dirty="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sz="2500" spc="-1500" dirty="0">
                <a:solidFill>
                  <a:srgbClr val="282828"/>
                </a:solidFill>
                <a:latin typeface="Arial MT"/>
                <a:cs typeface="Arial MT"/>
              </a:rPr>
              <a:t>—</a:t>
            </a:r>
            <a:r>
              <a:rPr sz="2500" spc="1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lang="fr-FR" sz="2500" spc="15" dirty="0">
                <a:solidFill>
                  <a:srgbClr val="282828"/>
                </a:solidFill>
                <a:latin typeface="Arial MT"/>
                <a:cs typeface="Arial MT"/>
              </a:rPr>
              <a:t>  </a:t>
            </a:r>
            <a:r>
              <a:rPr sz="2500" spc="-35" dirty="0">
                <a:solidFill>
                  <a:srgbClr val="0C0C0C"/>
                </a:solidFill>
                <a:latin typeface="Arial MT"/>
                <a:cs typeface="Arial MT"/>
              </a:rPr>
              <a:t>Maroc</a:t>
            </a:r>
            <a:endParaRPr sz="25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70010" y="6783509"/>
            <a:ext cx="494919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65" dirty="0">
                <a:latin typeface="Arial MT"/>
                <a:cs typeface="Arial MT"/>
              </a:rPr>
              <a:t>Présenté</a:t>
            </a:r>
            <a:r>
              <a:rPr sz="2550" spc="-105" dirty="0"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0A0A0A"/>
                </a:solidFill>
                <a:latin typeface="Arial MT"/>
                <a:cs typeface="Arial MT"/>
              </a:rPr>
              <a:t>par</a:t>
            </a:r>
            <a:r>
              <a:rPr sz="2550" spc="-14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0A0A0A"/>
                </a:solidFill>
                <a:latin typeface="Arial MT"/>
                <a:cs typeface="Arial MT"/>
              </a:rPr>
              <a:t>l'équipe</a:t>
            </a:r>
            <a:r>
              <a:rPr sz="2550" spc="-6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550" spc="-30" dirty="0">
                <a:solidFill>
                  <a:srgbClr val="0C0C0C"/>
                </a:solidFill>
                <a:latin typeface="Arial MT"/>
                <a:cs typeface="Arial MT"/>
              </a:rPr>
              <a:t>Adlani</a:t>
            </a:r>
            <a:r>
              <a:rPr sz="2550" spc="-12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151515"/>
                </a:solidFill>
                <a:latin typeface="Arial MT"/>
                <a:cs typeface="Arial MT"/>
              </a:rPr>
              <a:t>&amp;</a:t>
            </a:r>
            <a:r>
              <a:rPr sz="2550" spc="-18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Zhar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2" name="AutoShape 2" descr="Image générée : Stratégies de placement des bornes de recharge">
            <a:extLst>
              <a:ext uri="{FF2B5EF4-FFF2-40B4-BE49-F238E27FC236}">
                <a16:creationId xmlns:a16="http://schemas.microsoft.com/office/drawing/2014/main" id="{6B5A3E34-512E-62BF-749D-55E0502522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85200" y="4724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617"/>
    </mc:Choice>
    <mc:Fallback xmlns="">
      <p:transition spd="slow" advTm="7061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100" y="2692400"/>
            <a:ext cx="7099300" cy="3683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09100" y="2679700"/>
            <a:ext cx="6261100" cy="37084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0495" y="470605"/>
            <a:ext cx="15574010" cy="702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50" spc="90" dirty="0">
                <a:solidFill>
                  <a:srgbClr val="384D62"/>
                </a:solidFill>
              </a:rPr>
              <a:t>L'outil</a:t>
            </a:r>
            <a:r>
              <a:rPr sz="4450" spc="125" dirty="0">
                <a:solidFill>
                  <a:srgbClr val="384D62"/>
                </a:solidFill>
              </a:rPr>
              <a:t> </a:t>
            </a:r>
            <a:r>
              <a:rPr sz="4450" spc="165" dirty="0">
                <a:solidFill>
                  <a:srgbClr val="3D4D5D"/>
                </a:solidFill>
              </a:rPr>
              <a:t>pédagogique</a:t>
            </a:r>
            <a:r>
              <a:rPr sz="4450" spc="220" dirty="0">
                <a:solidFill>
                  <a:srgbClr val="3D4D5D"/>
                </a:solidFill>
              </a:rPr>
              <a:t> </a:t>
            </a:r>
            <a:r>
              <a:rPr sz="4450" spc="100" dirty="0">
                <a:solidFill>
                  <a:srgbClr val="364B5E"/>
                </a:solidFill>
              </a:rPr>
              <a:t>central</a:t>
            </a:r>
            <a:r>
              <a:rPr sz="4450" spc="135" dirty="0">
                <a:solidFill>
                  <a:srgbClr val="364B5E"/>
                </a:solidFill>
              </a:rPr>
              <a:t> </a:t>
            </a:r>
            <a:r>
              <a:rPr sz="4450" spc="145" dirty="0">
                <a:solidFill>
                  <a:srgbClr val="344657"/>
                </a:solidFill>
              </a:rPr>
              <a:t>face</a:t>
            </a:r>
            <a:r>
              <a:rPr sz="4450" spc="-70" dirty="0">
                <a:solidFill>
                  <a:srgbClr val="344657"/>
                </a:solidFill>
              </a:rPr>
              <a:t> </a:t>
            </a:r>
            <a:r>
              <a:rPr sz="4450" spc="170" dirty="0">
                <a:solidFill>
                  <a:srgbClr val="384D62"/>
                </a:solidFill>
              </a:rPr>
              <a:t>à</a:t>
            </a:r>
            <a:r>
              <a:rPr sz="4450" spc="-40" dirty="0">
                <a:solidFill>
                  <a:srgbClr val="384D62"/>
                </a:solidFill>
              </a:rPr>
              <a:t> </a:t>
            </a:r>
            <a:r>
              <a:rPr sz="4450" spc="200" dirty="0">
                <a:solidFill>
                  <a:srgbClr val="384D60"/>
                </a:solidFill>
              </a:rPr>
              <a:t>une</a:t>
            </a:r>
            <a:r>
              <a:rPr sz="4450" spc="-130" dirty="0">
                <a:solidFill>
                  <a:srgbClr val="384D60"/>
                </a:solidFill>
              </a:rPr>
              <a:t> </a:t>
            </a:r>
            <a:r>
              <a:rPr sz="4450" spc="120" dirty="0">
                <a:solidFill>
                  <a:srgbClr val="3B4F62"/>
                </a:solidFill>
              </a:rPr>
              <a:t>infrastructure</a:t>
            </a:r>
            <a:r>
              <a:rPr sz="4450" spc="-125" dirty="0">
                <a:solidFill>
                  <a:srgbClr val="3B4F62"/>
                </a:solidFill>
              </a:rPr>
              <a:t> </a:t>
            </a:r>
            <a:r>
              <a:rPr sz="4450" spc="105" dirty="0">
                <a:solidFill>
                  <a:srgbClr val="3B4F62"/>
                </a:solidFill>
              </a:rPr>
              <a:t>inadaptée</a:t>
            </a:r>
            <a:endParaRPr sz="4450" dirty="0"/>
          </a:p>
        </p:txBody>
      </p:sp>
      <p:sp>
        <p:nvSpPr>
          <p:cNvPr id="5" name="object 5"/>
          <p:cNvSpPr txBox="1"/>
          <p:nvPr/>
        </p:nvSpPr>
        <p:spPr>
          <a:xfrm>
            <a:off x="3910443" y="1917700"/>
            <a:ext cx="998728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50530" algn="l"/>
                <a:tab pos="8660130" algn="l"/>
              </a:tabLst>
            </a:pPr>
            <a:r>
              <a:rPr sz="3650" spc="120" dirty="0">
                <a:solidFill>
                  <a:srgbClr val="34465B"/>
                </a:solidFill>
                <a:latin typeface="Calibri"/>
                <a:cs typeface="Calibri"/>
              </a:rPr>
              <a:t>L'Outïl</a:t>
            </a:r>
            <a:r>
              <a:rPr sz="3650" dirty="0">
                <a:solidFill>
                  <a:srgbClr val="34465B"/>
                </a:solidFill>
                <a:latin typeface="Calibri"/>
                <a:cs typeface="Calibri"/>
              </a:rPr>
              <a:t>	</a:t>
            </a:r>
            <a:r>
              <a:rPr sz="3750" spc="-25" dirty="0">
                <a:solidFill>
                  <a:srgbClr val="D86038"/>
                </a:solidFill>
                <a:latin typeface="Calibri"/>
                <a:cs typeface="Calibri"/>
              </a:rPr>
              <a:t>La</a:t>
            </a:r>
            <a:r>
              <a:rPr sz="3750" dirty="0">
                <a:solidFill>
                  <a:srgbClr val="D86038"/>
                </a:solidFill>
                <a:latin typeface="Calibri"/>
                <a:cs typeface="Calibri"/>
              </a:rPr>
              <a:t>	</a:t>
            </a:r>
            <a:r>
              <a:rPr sz="3750" spc="140" dirty="0">
                <a:solidFill>
                  <a:srgbClr val="D85226"/>
                </a:solidFill>
                <a:latin typeface="Calibri"/>
                <a:cs typeface="Calibri"/>
              </a:rPr>
              <a:t>Limite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0335" y="6750987"/>
            <a:ext cx="7545066" cy="2169825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2500" spc="-20" dirty="0">
                <a:latin typeface="Calibri"/>
                <a:cs typeface="Calibri"/>
              </a:rPr>
              <a:t>Le</a:t>
            </a:r>
            <a:r>
              <a:rPr sz="2500" spc="-150" dirty="0">
                <a:latin typeface="Calibri"/>
                <a:cs typeface="Calibri"/>
              </a:rPr>
              <a:t> </a:t>
            </a:r>
            <a:r>
              <a:rPr sz="2500" spc="-110" dirty="0">
                <a:latin typeface="Calibri"/>
                <a:cs typeface="Calibri"/>
              </a:rPr>
              <a:t>smartphone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85" dirty="0">
                <a:latin typeface="Calibri"/>
                <a:cs typeface="Calibri"/>
              </a:rPr>
              <a:t>est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0" dirty="0">
                <a:latin typeface="Calibri"/>
                <a:cs typeface="Calibri"/>
              </a:rPr>
              <a:t>indispensable</a:t>
            </a:r>
            <a:r>
              <a:rPr sz="2500" spc="90" dirty="0">
                <a:latin typeface="Calibri"/>
                <a:cs typeface="Calibri"/>
              </a:rPr>
              <a:t> </a:t>
            </a:r>
            <a:r>
              <a:rPr sz="2500" spc="-40" dirty="0">
                <a:latin typeface="Calibri"/>
                <a:cs typeface="Calibri"/>
              </a:rPr>
              <a:t>à</a:t>
            </a:r>
            <a:r>
              <a:rPr sz="2500" spc="-114" dirty="0">
                <a:latin typeface="Calibri"/>
                <a:cs typeface="Calibri"/>
              </a:rPr>
              <a:t> </a:t>
            </a:r>
            <a:r>
              <a:rPr sz="2500" spc="-10" dirty="0" err="1">
                <a:latin typeface="Calibri"/>
                <a:cs typeface="Calibri"/>
              </a:rPr>
              <a:t>lSTA</a:t>
            </a:r>
            <a:r>
              <a:rPr lang="fr-FR" sz="2500" spc="-10" dirty="0">
                <a:latin typeface="Calibri"/>
                <a:cs typeface="Calibri"/>
              </a:rPr>
              <a:t> </a:t>
            </a:r>
            <a:r>
              <a:rPr sz="2500" spc="-10" dirty="0" err="1">
                <a:latin typeface="Calibri"/>
                <a:cs typeface="Calibri"/>
              </a:rPr>
              <a:t>Témara</a:t>
            </a:r>
            <a:r>
              <a:rPr lang="fr-FR" sz="2500" spc="-10" dirty="0">
                <a:latin typeface="Calibri"/>
                <a:cs typeface="Calibri"/>
              </a:rPr>
              <a:t> :</a:t>
            </a:r>
            <a:endParaRPr sz="2500" dirty="0">
              <a:latin typeface="Calibri"/>
              <a:cs typeface="Calibri"/>
            </a:endParaRPr>
          </a:p>
          <a:p>
            <a:pPr marL="935355" indent="-342900">
              <a:lnSpc>
                <a:spcPct val="100000"/>
              </a:lnSpc>
              <a:spcBef>
                <a:spcPts val="1450"/>
              </a:spcBef>
              <a:buFont typeface="Arial" panose="020B0604020202020204" pitchFamily="34" charset="0"/>
              <a:buChar char="•"/>
            </a:pPr>
            <a:r>
              <a:rPr sz="2350" spc="-110" dirty="0">
                <a:latin typeface="Calibri"/>
                <a:cs typeface="Calibri"/>
              </a:rPr>
              <a:t>Accès</a:t>
            </a:r>
            <a:r>
              <a:rPr sz="2350" spc="-35" dirty="0">
                <a:latin typeface="Calibri"/>
                <a:cs typeface="Calibri"/>
              </a:rPr>
              <a:t> </a:t>
            </a:r>
            <a:r>
              <a:rPr sz="2350" spc="-114" dirty="0">
                <a:latin typeface="Calibri"/>
                <a:cs typeface="Calibri"/>
              </a:rPr>
              <a:t>constant</a:t>
            </a:r>
            <a:r>
              <a:rPr sz="2350" dirty="0">
                <a:latin typeface="Calibri"/>
                <a:cs typeface="Calibri"/>
              </a:rPr>
              <a:t> </a:t>
            </a:r>
            <a:r>
              <a:rPr sz="2350" spc="-90" dirty="0">
                <a:latin typeface="Calibri"/>
                <a:cs typeface="Calibri"/>
              </a:rPr>
              <a:t>aux</a:t>
            </a:r>
            <a:r>
              <a:rPr sz="2350" spc="-5" dirty="0">
                <a:latin typeface="Calibri"/>
                <a:cs typeface="Calibri"/>
              </a:rPr>
              <a:t> </a:t>
            </a:r>
            <a:r>
              <a:rPr sz="2350" spc="-120" dirty="0">
                <a:latin typeface="Calibri"/>
                <a:cs typeface="Calibri"/>
              </a:rPr>
              <a:t>plateformes</a:t>
            </a:r>
            <a:r>
              <a:rPr sz="2350" spc="45" dirty="0">
                <a:latin typeface="Calibri"/>
                <a:cs typeface="Calibri"/>
              </a:rPr>
              <a:t> </a:t>
            </a:r>
            <a:r>
              <a:rPr sz="2350" spc="-125" dirty="0">
                <a:latin typeface="Calibri"/>
                <a:cs typeface="Calibri"/>
              </a:rPr>
              <a:t>et</a:t>
            </a:r>
            <a:r>
              <a:rPr sz="2350" spc="-130" dirty="0">
                <a:latin typeface="Calibri"/>
                <a:cs typeface="Calibri"/>
              </a:rPr>
              <a:t> </a:t>
            </a:r>
            <a:r>
              <a:rPr sz="2350" spc="-95" dirty="0">
                <a:latin typeface="Calibri"/>
                <a:cs typeface="Calibri"/>
              </a:rPr>
              <a:t>ressources</a:t>
            </a:r>
            <a:r>
              <a:rPr sz="2350" spc="25" dirty="0">
                <a:latin typeface="Calibri"/>
                <a:cs typeface="Calibri"/>
              </a:rPr>
              <a:t> </a:t>
            </a:r>
            <a:r>
              <a:rPr sz="2350" spc="-100" dirty="0">
                <a:latin typeface="Calibri"/>
                <a:cs typeface="Calibri"/>
              </a:rPr>
              <a:t>numériques.</a:t>
            </a:r>
            <a:endParaRPr sz="2350" dirty="0">
              <a:latin typeface="Calibri"/>
              <a:cs typeface="Calibri"/>
            </a:endParaRPr>
          </a:p>
          <a:p>
            <a:pPr marL="939165" indent="-342900">
              <a:lnSpc>
                <a:spcPct val="100000"/>
              </a:lnSpc>
              <a:spcBef>
                <a:spcPts val="1230"/>
              </a:spcBef>
              <a:buFont typeface="Arial" panose="020B0604020202020204" pitchFamily="34" charset="0"/>
              <a:buChar char="•"/>
            </a:pPr>
            <a:r>
              <a:rPr sz="2300" spc="-75" dirty="0">
                <a:latin typeface="Calibri"/>
                <a:cs typeface="Calibri"/>
              </a:rPr>
              <a:t>Outil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60" dirty="0">
                <a:latin typeface="Calibri"/>
                <a:cs typeface="Calibri"/>
              </a:rPr>
              <a:t>de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5" dirty="0">
                <a:latin typeface="Calibri"/>
                <a:cs typeface="Calibri"/>
              </a:rPr>
              <a:t>communication</a:t>
            </a:r>
            <a:r>
              <a:rPr sz="2300" spc="65" dirty="0">
                <a:latin typeface="Calibri"/>
                <a:cs typeface="Calibri"/>
              </a:rPr>
              <a:t> </a:t>
            </a:r>
            <a:r>
              <a:rPr sz="2300" spc="-90" dirty="0">
                <a:latin typeface="Calibri"/>
                <a:cs typeface="Calibri"/>
              </a:rPr>
              <a:t>essentiel</a:t>
            </a:r>
            <a:r>
              <a:rPr sz="2300" spc="20" dirty="0">
                <a:latin typeface="Calibri"/>
                <a:cs typeface="Calibri"/>
              </a:rPr>
              <a:t> </a:t>
            </a:r>
            <a:r>
              <a:rPr sz="2300" spc="-90" dirty="0">
                <a:latin typeface="Calibri"/>
                <a:cs typeface="Calibri"/>
              </a:rPr>
              <a:t>étudiants-</a:t>
            </a:r>
            <a:r>
              <a:rPr sz="2300" spc="-10" dirty="0">
                <a:latin typeface="Calibri"/>
                <a:cs typeface="Calibri"/>
              </a:rPr>
              <a:t>formateurs.</a:t>
            </a:r>
            <a:endParaRPr sz="2300" dirty="0">
              <a:latin typeface="Calibri"/>
              <a:cs typeface="Calibri"/>
            </a:endParaRPr>
          </a:p>
          <a:p>
            <a:pPr marL="942975" indent="-342900">
              <a:lnSpc>
                <a:spcPct val="100000"/>
              </a:lnSpc>
              <a:spcBef>
                <a:spcPts val="1190"/>
              </a:spcBef>
              <a:buFont typeface="Arial" panose="020B0604020202020204" pitchFamily="34" charset="0"/>
              <a:buChar char="•"/>
            </a:pPr>
            <a:r>
              <a:rPr sz="2350" spc="-120" dirty="0">
                <a:latin typeface="Calibri"/>
                <a:cs typeface="Calibri"/>
              </a:rPr>
              <a:t>Support</a:t>
            </a:r>
            <a:r>
              <a:rPr sz="2350" spc="-45" dirty="0">
                <a:latin typeface="Calibri"/>
                <a:cs typeface="Calibri"/>
              </a:rPr>
              <a:t> </a:t>
            </a:r>
            <a:r>
              <a:rPr sz="2350" spc="-105" dirty="0">
                <a:latin typeface="Calibri"/>
                <a:cs typeface="Calibri"/>
              </a:rPr>
              <a:t>actif</a:t>
            </a:r>
            <a:r>
              <a:rPr sz="2350" spc="-30" dirty="0">
                <a:latin typeface="Calibri"/>
                <a:cs typeface="Calibri"/>
              </a:rPr>
              <a:t> </a:t>
            </a:r>
            <a:r>
              <a:rPr sz="2350" spc="-114" dirty="0">
                <a:latin typeface="Calibri"/>
                <a:cs typeface="Calibri"/>
              </a:rPr>
              <a:t>durant</a:t>
            </a:r>
            <a:r>
              <a:rPr sz="2350" spc="-20" dirty="0">
                <a:latin typeface="Calibri"/>
                <a:cs typeface="Calibri"/>
              </a:rPr>
              <a:t> </a:t>
            </a:r>
            <a:r>
              <a:rPr sz="2350" spc="-90" dirty="0">
                <a:latin typeface="Calibri"/>
                <a:cs typeface="Calibri"/>
              </a:rPr>
              <a:t>les</a:t>
            </a:r>
            <a:r>
              <a:rPr sz="2350" spc="-55" dirty="0">
                <a:latin typeface="Calibri"/>
                <a:cs typeface="Calibri"/>
              </a:rPr>
              <a:t> </a:t>
            </a:r>
            <a:r>
              <a:rPr sz="2350" spc="-70" dirty="0">
                <a:latin typeface="Calibri"/>
                <a:cs typeface="Calibri"/>
              </a:rPr>
              <a:t>sessions</a:t>
            </a:r>
            <a:r>
              <a:rPr sz="2350" spc="85" dirty="0">
                <a:latin typeface="Calibri"/>
                <a:cs typeface="Calibri"/>
              </a:rPr>
              <a:t> </a:t>
            </a:r>
            <a:r>
              <a:rPr sz="2350" spc="-130" dirty="0">
                <a:latin typeface="Calibri"/>
                <a:cs typeface="Calibri"/>
              </a:rPr>
              <a:t>et</a:t>
            </a:r>
            <a:r>
              <a:rPr sz="2350" spc="-70" dirty="0">
                <a:latin typeface="Calibri"/>
                <a:cs typeface="Calibri"/>
              </a:rPr>
              <a:t> </a:t>
            </a:r>
            <a:r>
              <a:rPr sz="2350" spc="-114" dirty="0">
                <a:latin typeface="Calibri"/>
                <a:cs typeface="Calibri"/>
              </a:rPr>
              <a:t>Travaux</a:t>
            </a:r>
            <a:r>
              <a:rPr sz="2350" spc="35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Pratiques.</a:t>
            </a:r>
            <a:endParaRPr sz="235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09100" y="7057655"/>
            <a:ext cx="6976745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25"/>
              </a:lnSpc>
              <a:spcBef>
                <a:spcPts val="100"/>
              </a:spcBef>
            </a:pPr>
            <a:r>
              <a:rPr sz="2500" spc="-135" dirty="0">
                <a:latin typeface="Calibri"/>
                <a:cs typeface="Calibri"/>
              </a:rPr>
              <a:t>Une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0" dirty="0">
                <a:latin typeface="Calibri"/>
                <a:cs typeface="Calibri"/>
              </a:rPr>
              <a:t>infrastructure</a:t>
            </a:r>
            <a:r>
              <a:rPr sz="2500" spc="-95" dirty="0">
                <a:latin typeface="Calibri"/>
                <a:cs typeface="Calibri"/>
              </a:rPr>
              <a:t> </a:t>
            </a:r>
            <a:r>
              <a:rPr sz="2500" spc="-100" dirty="0">
                <a:latin typeface="Calibri"/>
                <a:cs typeface="Calibri"/>
              </a:rPr>
              <a:t>physique</a:t>
            </a:r>
            <a:r>
              <a:rPr sz="2500" spc="55" dirty="0">
                <a:latin typeface="Calibri"/>
                <a:cs typeface="Calibri"/>
              </a:rPr>
              <a:t> </a:t>
            </a:r>
            <a:r>
              <a:rPr sz="2500" spc="-105" dirty="0">
                <a:latin typeface="Calibri"/>
                <a:cs typeface="Calibri"/>
              </a:rPr>
              <a:t>qui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135" dirty="0">
                <a:latin typeface="Calibri"/>
                <a:cs typeface="Calibri"/>
              </a:rPr>
              <a:t>ne</a:t>
            </a:r>
            <a:r>
              <a:rPr sz="2500" spc="-5" dirty="0">
                <a:latin typeface="Calibri"/>
                <a:cs typeface="Calibri"/>
              </a:rPr>
              <a:t> </a:t>
            </a:r>
            <a:r>
              <a:rPr sz="2500" spc="-80" dirty="0">
                <a:latin typeface="Calibri"/>
                <a:cs typeface="Calibri"/>
              </a:rPr>
              <a:t>suit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70" dirty="0">
                <a:latin typeface="Calibri"/>
                <a:cs typeface="Calibri"/>
              </a:rPr>
              <a:t>pas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75" dirty="0">
                <a:latin typeface="Calibri"/>
                <a:cs typeface="Calibri"/>
              </a:rPr>
              <a:t>le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spc="-135" dirty="0">
                <a:latin typeface="Calibri"/>
                <a:cs typeface="Calibri"/>
              </a:rPr>
              <a:t>rythme</a:t>
            </a:r>
            <a:r>
              <a:rPr sz="2500" spc="55" dirty="0">
                <a:latin typeface="Calibri"/>
                <a:cs typeface="Calibri"/>
              </a:rPr>
              <a:t> </a:t>
            </a:r>
            <a:r>
              <a:rPr sz="2500" spc="-105" dirty="0">
                <a:latin typeface="Calibri"/>
                <a:cs typeface="Calibri"/>
              </a:rPr>
              <a:t>de</a:t>
            </a:r>
            <a:r>
              <a:rPr sz="2500" spc="-114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la</a:t>
            </a:r>
            <a:endParaRPr sz="2500" dirty="0">
              <a:latin typeface="Calibri"/>
              <a:cs typeface="Calibri"/>
            </a:endParaRPr>
          </a:p>
          <a:p>
            <a:pPr marL="23495">
              <a:lnSpc>
                <a:spcPts val="2885"/>
              </a:lnSpc>
            </a:pPr>
            <a:r>
              <a:rPr sz="2550" spc="-45" dirty="0">
                <a:latin typeface="Calibri"/>
                <a:cs typeface="Calibri"/>
              </a:rPr>
              <a:t>digitalisation.</a:t>
            </a:r>
            <a:endParaRPr sz="255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349"/>
    </mc:Choice>
    <mc:Fallback xmlns="">
      <p:transition spd="slow" advTm="6034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00" y="3505200"/>
            <a:ext cx="4165600" cy="2501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4800" y="3505200"/>
            <a:ext cx="4165600" cy="2501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39600" y="3505200"/>
            <a:ext cx="4165600" cy="2501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64010" y="638880"/>
            <a:ext cx="13421360" cy="1788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9209">
              <a:lnSpc>
                <a:spcPts val="6930"/>
              </a:lnSpc>
              <a:spcBef>
                <a:spcPts val="120"/>
              </a:spcBef>
            </a:pPr>
            <a:r>
              <a:rPr sz="6300" spc="-150" dirty="0">
                <a:solidFill>
                  <a:srgbClr val="2F2F2F"/>
                </a:solidFill>
                <a:latin typeface="Arial MT"/>
                <a:cs typeface="Arial MT"/>
              </a:rPr>
              <a:t>Le</a:t>
            </a:r>
            <a:r>
              <a:rPr sz="6300" spc="-31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6300" spc="55" dirty="0">
                <a:solidFill>
                  <a:srgbClr val="333333"/>
                </a:solidFill>
                <a:latin typeface="Arial MT"/>
                <a:cs typeface="Arial MT"/>
              </a:rPr>
              <a:t>Diagnostic</a:t>
            </a:r>
            <a:r>
              <a:rPr sz="6300" spc="4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6300" dirty="0">
                <a:solidFill>
                  <a:srgbClr val="363636"/>
                </a:solidFill>
                <a:latin typeface="Arial MT"/>
                <a:cs typeface="Arial MT"/>
              </a:rPr>
              <a:t>des</a:t>
            </a:r>
            <a:r>
              <a:rPr sz="6300" spc="-30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6300" spc="85" dirty="0">
                <a:solidFill>
                  <a:srgbClr val="343434"/>
                </a:solidFill>
                <a:latin typeface="Arial MT"/>
                <a:cs typeface="Arial MT"/>
              </a:rPr>
              <a:t>Points</a:t>
            </a:r>
            <a:r>
              <a:rPr sz="6300" spc="-6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6300" spc="100" dirty="0">
                <a:solidFill>
                  <a:srgbClr val="343434"/>
                </a:solidFill>
                <a:latin typeface="Arial MT"/>
                <a:cs typeface="Arial MT"/>
              </a:rPr>
              <a:t>de</a:t>
            </a:r>
            <a:r>
              <a:rPr sz="6300" spc="-38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6300" spc="150" dirty="0">
                <a:solidFill>
                  <a:srgbClr val="333333"/>
                </a:solidFill>
                <a:latin typeface="Arial MT"/>
                <a:cs typeface="Arial MT"/>
              </a:rPr>
              <a:t>Friction</a:t>
            </a:r>
            <a:r>
              <a:rPr sz="6300" spc="-2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6300" i="1" spc="-365" dirty="0">
                <a:solidFill>
                  <a:srgbClr val="343434"/>
                </a:solidFill>
                <a:latin typeface="Arial"/>
                <a:cs typeface="Arial"/>
              </a:rPr>
              <a:t>:</a:t>
            </a:r>
            <a:endParaRPr sz="6300" dirty="0">
              <a:latin typeface="Arial"/>
              <a:cs typeface="Arial"/>
            </a:endParaRPr>
          </a:p>
          <a:p>
            <a:pPr marL="12700">
              <a:lnSpc>
                <a:spcPts val="6930"/>
              </a:lnSpc>
            </a:pPr>
            <a:r>
              <a:rPr sz="6300" dirty="0">
                <a:solidFill>
                  <a:schemeClr val="accent1">
                    <a:lumMod val="75000"/>
                  </a:schemeClr>
                </a:solidFill>
                <a:latin typeface="Arial MT"/>
                <a:cs typeface="Arial MT"/>
              </a:rPr>
              <a:t>Une</a:t>
            </a:r>
            <a:r>
              <a:rPr sz="6300" spc="-225" dirty="0">
                <a:solidFill>
                  <a:schemeClr val="accent1">
                    <a:lumMod val="75000"/>
                  </a:schemeClr>
                </a:solidFill>
                <a:latin typeface="Arial MT"/>
                <a:cs typeface="Arial MT"/>
              </a:rPr>
              <a:t> </a:t>
            </a:r>
            <a:r>
              <a:rPr sz="6300" dirty="0">
                <a:solidFill>
                  <a:schemeClr val="accent1">
                    <a:lumMod val="75000"/>
                  </a:schemeClr>
                </a:solidFill>
                <a:latin typeface="Arial MT"/>
                <a:cs typeface="Arial MT"/>
              </a:rPr>
              <a:t>crise</a:t>
            </a:r>
            <a:r>
              <a:rPr sz="6300" spc="-145" dirty="0">
                <a:solidFill>
                  <a:schemeClr val="accent1">
                    <a:lumMod val="75000"/>
                  </a:schemeClr>
                </a:solidFill>
                <a:latin typeface="Arial MT"/>
                <a:cs typeface="Arial MT"/>
              </a:rPr>
              <a:t> </a:t>
            </a:r>
            <a:r>
              <a:rPr sz="6300" spc="80" dirty="0">
                <a:solidFill>
                  <a:schemeClr val="accent1">
                    <a:lumMod val="75000"/>
                  </a:schemeClr>
                </a:solidFill>
                <a:latin typeface="Arial MT"/>
                <a:cs typeface="Arial MT"/>
              </a:rPr>
              <a:t>d'énergie</a:t>
            </a:r>
            <a:r>
              <a:rPr sz="6300" spc="170" dirty="0">
                <a:solidFill>
                  <a:schemeClr val="accent1">
                    <a:lumMod val="75000"/>
                  </a:schemeClr>
                </a:solidFill>
                <a:latin typeface="Arial MT"/>
                <a:cs typeface="Arial MT"/>
              </a:rPr>
              <a:t> </a:t>
            </a:r>
            <a:r>
              <a:rPr sz="6300" spc="130" dirty="0">
                <a:solidFill>
                  <a:schemeClr val="accent1">
                    <a:lumMod val="75000"/>
                  </a:schemeClr>
                </a:solidFill>
                <a:latin typeface="Arial MT"/>
                <a:cs typeface="Arial MT"/>
              </a:rPr>
              <a:t>quotidienne</a:t>
            </a:r>
            <a:endParaRPr sz="6300" dirty="0">
              <a:solidFill>
                <a:schemeClr val="accent1">
                  <a:lumMod val="75000"/>
                </a:schemeClr>
              </a:solidFill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1018" y="5968882"/>
            <a:ext cx="3947160" cy="2568575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1850"/>
              </a:spcBef>
            </a:pPr>
            <a:r>
              <a:rPr sz="3800" spc="185" dirty="0">
                <a:solidFill>
                  <a:srgbClr val="2F2F2F"/>
                </a:solidFill>
                <a:latin typeface="Calibri"/>
                <a:cs typeface="Calibri"/>
              </a:rPr>
              <a:t>Pénurie</a:t>
            </a:r>
            <a:endParaRPr sz="3800">
              <a:latin typeface="Calibri"/>
              <a:cs typeface="Calibri"/>
            </a:endParaRPr>
          </a:p>
          <a:p>
            <a:pPr marL="12065" marR="5080" indent="-15875" algn="ctr">
              <a:lnSpc>
                <a:spcPct val="94400"/>
              </a:lnSpc>
              <a:spcBef>
                <a:spcPts val="1420"/>
              </a:spcBef>
            </a:pPr>
            <a:r>
              <a:rPr sz="2700" spc="-165" dirty="0">
                <a:latin typeface="Arial MT"/>
                <a:cs typeface="Arial MT"/>
              </a:rPr>
              <a:t>50+</a:t>
            </a:r>
            <a:r>
              <a:rPr sz="2700" spc="-70" dirty="0">
                <a:latin typeface="Arial MT"/>
                <a:cs typeface="Arial MT"/>
              </a:rPr>
              <a:t> </a:t>
            </a:r>
            <a:r>
              <a:rPr sz="2700" spc="-75" dirty="0">
                <a:latin typeface="Arial MT"/>
                <a:cs typeface="Arial MT"/>
              </a:rPr>
              <a:t>appareils</a:t>
            </a:r>
            <a:r>
              <a:rPr sz="2700" spc="-114" dirty="0">
                <a:latin typeface="Arial MT"/>
                <a:cs typeface="Arial MT"/>
              </a:rPr>
              <a:t> </a:t>
            </a:r>
            <a:r>
              <a:rPr sz="2700" spc="-45" dirty="0">
                <a:latin typeface="Arial MT"/>
                <a:cs typeface="Arial MT"/>
              </a:rPr>
              <a:t>par</a:t>
            </a:r>
            <a:r>
              <a:rPr sz="2700" spc="15" dirty="0">
                <a:latin typeface="Arial MT"/>
                <a:cs typeface="Arial MT"/>
              </a:rPr>
              <a:t> </a:t>
            </a:r>
            <a:r>
              <a:rPr sz="2700" spc="-140" dirty="0">
                <a:latin typeface="Arial MT"/>
                <a:cs typeface="Arial MT"/>
              </a:rPr>
              <a:t>salle.</a:t>
            </a:r>
            <a:r>
              <a:rPr sz="2700" spc="-120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Les </a:t>
            </a:r>
            <a:r>
              <a:rPr sz="2700" spc="-135" dirty="0">
                <a:latin typeface="Arial MT"/>
                <a:cs typeface="Arial MT"/>
              </a:rPr>
              <a:t>salles</a:t>
            </a:r>
            <a:r>
              <a:rPr sz="2700" spc="-125" dirty="0">
                <a:latin typeface="Arial MT"/>
                <a:cs typeface="Arial MT"/>
              </a:rPr>
              <a:t> </a:t>
            </a:r>
            <a:r>
              <a:rPr sz="2700" spc="-40" dirty="0">
                <a:latin typeface="Arial MT"/>
                <a:cs typeface="Arial MT"/>
              </a:rPr>
              <a:t>de</a:t>
            </a:r>
            <a:r>
              <a:rPr sz="2700" spc="-220" dirty="0">
                <a:latin typeface="Arial MT"/>
                <a:cs typeface="Arial MT"/>
              </a:rPr>
              <a:t> </a:t>
            </a:r>
            <a:r>
              <a:rPr sz="2700" spc="-150" dirty="0">
                <a:latin typeface="Arial MT"/>
                <a:cs typeface="Arial MT"/>
              </a:rPr>
              <a:t>classe</a:t>
            </a:r>
            <a:r>
              <a:rPr sz="2700" spc="-55" dirty="0">
                <a:latin typeface="Arial MT"/>
                <a:cs typeface="Arial MT"/>
              </a:rPr>
              <a:t> </a:t>
            </a:r>
            <a:r>
              <a:rPr sz="2700" spc="-50" dirty="0">
                <a:latin typeface="Arial MT"/>
                <a:cs typeface="Arial MT"/>
              </a:rPr>
              <a:t>ne</a:t>
            </a:r>
            <a:r>
              <a:rPr sz="2700" spc="-180" dirty="0">
                <a:latin typeface="Arial MT"/>
                <a:cs typeface="Arial MT"/>
              </a:rPr>
              <a:t> </a:t>
            </a:r>
            <a:r>
              <a:rPr sz="2700" spc="-30" dirty="0">
                <a:latin typeface="Arial MT"/>
                <a:cs typeface="Arial MT"/>
              </a:rPr>
              <a:t>sont</a:t>
            </a:r>
            <a:r>
              <a:rPr sz="2700" spc="-50" dirty="0">
                <a:latin typeface="Arial MT"/>
                <a:cs typeface="Arial MT"/>
              </a:rPr>
              <a:t> </a:t>
            </a:r>
            <a:r>
              <a:rPr sz="2700" spc="-95" dirty="0">
                <a:latin typeface="Arial MT"/>
                <a:cs typeface="Arial MT"/>
              </a:rPr>
              <a:t>pas </a:t>
            </a:r>
            <a:r>
              <a:rPr sz="2600" spc="-10" dirty="0">
                <a:latin typeface="Arial MT"/>
                <a:cs typeface="Arial MT"/>
              </a:rPr>
              <a:t>équipées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pour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une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charge </a:t>
            </a:r>
            <a:r>
              <a:rPr sz="2850" spc="-135" dirty="0">
                <a:latin typeface="Arial MT"/>
                <a:cs typeface="Arial MT"/>
              </a:rPr>
              <a:t>simultanée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spc="-80" dirty="0">
                <a:latin typeface="Arial MT"/>
                <a:cs typeface="Arial MT"/>
              </a:rPr>
              <a:t>massive.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68168" y="6024503"/>
            <a:ext cx="4324350" cy="251460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R="10160" algn="ctr">
              <a:lnSpc>
                <a:spcPct val="100000"/>
              </a:lnSpc>
              <a:spcBef>
                <a:spcPts val="1410"/>
              </a:spcBef>
            </a:pPr>
            <a:r>
              <a:rPr sz="3850" spc="155" dirty="0">
                <a:solidFill>
                  <a:srgbClr val="2A2A2A"/>
                </a:solidFill>
                <a:latin typeface="Calibri"/>
                <a:cs typeface="Calibri"/>
              </a:rPr>
              <a:t>Insécurité</a:t>
            </a:r>
            <a:endParaRPr sz="3850">
              <a:latin typeface="Calibri"/>
              <a:cs typeface="Calibri"/>
            </a:endParaRPr>
          </a:p>
          <a:p>
            <a:pPr marL="12700" marR="5080" indent="-20955" algn="ctr">
              <a:lnSpc>
                <a:spcPct val="89100"/>
              </a:lnSpc>
              <a:spcBef>
                <a:spcPts val="1360"/>
              </a:spcBef>
            </a:pPr>
            <a:r>
              <a:rPr sz="2900" spc="-240" dirty="0">
                <a:latin typeface="Arial MT"/>
                <a:cs typeface="Arial MT"/>
              </a:rPr>
              <a:t>Risque</a:t>
            </a:r>
            <a:r>
              <a:rPr sz="2900" spc="-105" dirty="0">
                <a:latin typeface="Arial MT"/>
                <a:cs typeface="Arial MT"/>
              </a:rPr>
              <a:t> </a:t>
            </a:r>
            <a:r>
              <a:rPr sz="2900" spc="-260" dirty="0">
                <a:latin typeface="Arial MT"/>
                <a:cs typeface="Arial MT"/>
              </a:rPr>
              <a:t>Élevé.</a:t>
            </a:r>
            <a:r>
              <a:rPr sz="2900" spc="-120" dirty="0">
                <a:latin typeface="Arial MT"/>
                <a:cs typeface="Arial MT"/>
              </a:rPr>
              <a:t> </a:t>
            </a:r>
            <a:r>
              <a:rPr sz="2900" spc="-315" dirty="0">
                <a:latin typeface="Arial MT"/>
                <a:cs typeface="Arial MT"/>
              </a:rPr>
              <a:t>Les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étudiants </a:t>
            </a:r>
            <a:r>
              <a:rPr sz="2850" spc="-160" dirty="0">
                <a:latin typeface="Arial MT"/>
                <a:cs typeface="Arial MT"/>
              </a:rPr>
              <a:t>laissent</a:t>
            </a:r>
            <a:r>
              <a:rPr sz="2850" spc="70" dirty="0">
                <a:latin typeface="Arial MT"/>
                <a:cs typeface="Arial MT"/>
              </a:rPr>
              <a:t> </a:t>
            </a:r>
            <a:r>
              <a:rPr sz="2850" spc="-170" dirty="0">
                <a:latin typeface="Arial MT"/>
                <a:cs typeface="Arial MT"/>
              </a:rPr>
              <a:t>leurs</a:t>
            </a:r>
            <a:r>
              <a:rPr sz="2850" spc="-195" dirty="0">
                <a:latin typeface="Arial MT"/>
                <a:cs typeface="Arial MT"/>
              </a:rPr>
              <a:t> </a:t>
            </a:r>
            <a:r>
              <a:rPr sz="2850" spc="-140" dirty="0">
                <a:latin typeface="Arial MT"/>
                <a:cs typeface="Arial MT"/>
              </a:rPr>
              <a:t>téléphones</a:t>
            </a:r>
            <a:r>
              <a:rPr sz="2850" spc="-30" dirty="0">
                <a:latin typeface="Arial MT"/>
                <a:cs typeface="Arial MT"/>
              </a:rPr>
              <a:t> </a:t>
            </a:r>
            <a:r>
              <a:rPr sz="2850" spc="-280" dirty="0">
                <a:latin typeface="Arial MT"/>
                <a:cs typeface="Arial MT"/>
              </a:rPr>
              <a:t>sans </a:t>
            </a:r>
            <a:r>
              <a:rPr sz="2850" spc="-150" dirty="0">
                <a:latin typeface="Arial MT"/>
                <a:cs typeface="Arial MT"/>
              </a:rPr>
              <a:t>surveillance</a:t>
            </a:r>
            <a:r>
              <a:rPr sz="2850" spc="-10" dirty="0">
                <a:latin typeface="Arial MT"/>
                <a:cs typeface="Arial MT"/>
              </a:rPr>
              <a:t> </a:t>
            </a:r>
            <a:r>
              <a:rPr sz="2850" spc="-190" dirty="0">
                <a:latin typeface="Arial MT"/>
                <a:cs typeface="Arial MT"/>
              </a:rPr>
              <a:t>dans</a:t>
            </a:r>
            <a:r>
              <a:rPr sz="2850" spc="-175" dirty="0">
                <a:latin typeface="Arial MT"/>
                <a:cs typeface="Arial MT"/>
              </a:rPr>
              <a:t> </a:t>
            </a:r>
            <a:r>
              <a:rPr sz="2850" spc="-200" dirty="0">
                <a:latin typeface="Arial MT"/>
                <a:cs typeface="Arial MT"/>
              </a:rPr>
              <a:t>les</a:t>
            </a:r>
            <a:r>
              <a:rPr sz="2850" spc="-220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couloirs </a:t>
            </a:r>
            <a:r>
              <a:rPr sz="2900" spc="-175" dirty="0">
                <a:latin typeface="Arial MT"/>
                <a:cs typeface="Arial MT"/>
              </a:rPr>
              <a:t>pour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140" dirty="0">
                <a:latin typeface="Arial MT"/>
                <a:cs typeface="Arial MT"/>
              </a:rPr>
              <a:t>trouver</a:t>
            </a:r>
            <a:r>
              <a:rPr sz="2900" spc="5" dirty="0">
                <a:latin typeface="Arial MT"/>
                <a:cs typeface="Arial MT"/>
              </a:rPr>
              <a:t> </a:t>
            </a:r>
            <a:r>
              <a:rPr sz="2900" spc="-170" dirty="0">
                <a:latin typeface="Arial MT"/>
                <a:cs typeface="Arial MT"/>
              </a:rPr>
              <a:t>une</a:t>
            </a:r>
            <a:r>
              <a:rPr sz="2900" spc="-9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prise.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89119" y="6024503"/>
            <a:ext cx="4427855" cy="251460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10"/>
              </a:spcBef>
            </a:pPr>
            <a:r>
              <a:rPr sz="3850" spc="110" dirty="0">
                <a:solidFill>
                  <a:srgbClr val="2D2D2D"/>
                </a:solidFill>
                <a:latin typeface="Calibri"/>
                <a:cs typeface="Calibri"/>
              </a:rPr>
              <a:t>Interruption</a:t>
            </a:r>
            <a:endParaRPr sz="3850">
              <a:latin typeface="Calibri"/>
              <a:cs typeface="Calibri"/>
            </a:endParaRPr>
          </a:p>
          <a:p>
            <a:pPr marL="12065" marR="5080" indent="15875" algn="ctr">
              <a:lnSpc>
                <a:spcPct val="89100"/>
              </a:lnSpc>
              <a:spcBef>
                <a:spcPts val="1360"/>
              </a:spcBef>
            </a:pPr>
            <a:r>
              <a:rPr sz="2900" spc="-195" dirty="0">
                <a:latin typeface="Arial MT"/>
                <a:cs typeface="Arial MT"/>
              </a:rPr>
              <a:t>-</a:t>
            </a:r>
            <a:r>
              <a:rPr sz="2900" spc="-375" dirty="0">
                <a:latin typeface="Arial MT"/>
                <a:cs typeface="Arial MT"/>
              </a:rPr>
              <a:t>30%</a:t>
            </a:r>
            <a:r>
              <a:rPr sz="2900" spc="-185" dirty="0">
                <a:latin typeface="Arial MT"/>
                <a:cs typeface="Arial MT"/>
              </a:rPr>
              <a:t> </a:t>
            </a:r>
            <a:r>
              <a:rPr sz="2900" spc="-155" dirty="0">
                <a:latin typeface="Arial MT"/>
                <a:cs typeface="Arial MT"/>
              </a:rPr>
              <a:t>de</a:t>
            </a:r>
            <a:r>
              <a:rPr sz="2900" spc="-229" dirty="0">
                <a:latin typeface="Arial MT"/>
                <a:cs typeface="Arial MT"/>
              </a:rPr>
              <a:t> </a:t>
            </a:r>
            <a:r>
              <a:rPr sz="2900" spc="-114" dirty="0">
                <a:latin typeface="Arial MT"/>
                <a:cs typeface="Arial MT"/>
              </a:rPr>
              <a:t>concentration.</a:t>
            </a:r>
            <a:r>
              <a:rPr sz="2900" spc="-405" dirty="0">
                <a:latin typeface="Arial MT"/>
                <a:cs typeface="Arial MT"/>
              </a:rPr>
              <a:t> </a:t>
            </a:r>
            <a:r>
              <a:rPr sz="2900" spc="-340" dirty="0">
                <a:latin typeface="Arial MT"/>
                <a:cs typeface="Arial MT"/>
              </a:rPr>
              <a:t>La </a:t>
            </a:r>
            <a:r>
              <a:rPr sz="2850" spc="-160" dirty="0">
                <a:latin typeface="Arial MT"/>
                <a:cs typeface="Arial MT"/>
              </a:rPr>
              <a:t>recherche</a:t>
            </a:r>
            <a:r>
              <a:rPr sz="2850" spc="30" dirty="0">
                <a:latin typeface="Arial MT"/>
                <a:cs typeface="Arial MT"/>
              </a:rPr>
              <a:t> </a:t>
            </a:r>
            <a:r>
              <a:rPr sz="2850" spc="-155" dirty="0">
                <a:latin typeface="Arial MT"/>
                <a:cs typeface="Arial MT"/>
              </a:rPr>
              <a:t>constante</a:t>
            </a:r>
            <a:r>
              <a:rPr sz="2850" spc="-40" dirty="0">
                <a:latin typeface="Arial MT"/>
                <a:cs typeface="Arial MT"/>
              </a:rPr>
              <a:t> </a:t>
            </a:r>
            <a:r>
              <a:rPr sz="2850" spc="-100" dirty="0">
                <a:latin typeface="Arial MT"/>
                <a:cs typeface="Arial MT"/>
              </a:rPr>
              <a:t>d'énergie </a:t>
            </a:r>
            <a:r>
              <a:rPr sz="2850" spc="-85" dirty="0">
                <a:latin typeface="Arial MT"/>
                <a:cs typeface="Arial MT"/>
              </a:rPr>
              <a:t>perturbe</a:t>
            </a:r>
            <a:r>
              <a:rPr sz="2850" spc="-80" dirty="0">
                <a:latin typeface="Arial MT"/>
                <a:cs typeface="Arial MT"/>
              </a:rPr>
              <a:t> </a:t>
            </a:r>
            <a:r>
              <a:rPr sz="2850" spc="-120" dirty="0">
                <a:latin typeface="Arial MT"/>
                <a:cs typeface="Arial MT"/>
              </a:rPr>
              <a:t>activement</a:t>
            </a:r>
            <a:r>
              <a:rPr sz="2850" spc="15" dirty="0">
                <a:latin typeface="Arial MT"/>
                <a:cs typeface="Arial MT"/>
              </a:rPr>
              <a:t> </a:t>
            </a:r>
            <a:r>
              <a:rPr sz="2850" spc="-110" dirty="0">
                <a:latin typeface="Arial MT"/>
                <a:cs typeface="Arial MT"/>
              </a:rPr>
              <a:t>le</a:t>
            </a:r>
            <a:r>
              <a:rPr sz="2850" spc="-175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focus </a:t>
            </a:r>
            <a:r>
              <a:rPr sz="2900" spc="-100" dirty="0">
                <a:latin typeface="Arial MT"/>
                <a:cs typeface="Arial MT"/>
              </a:rPr>
              <a:t>durant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spc="-220" dirty="0">
                <a:latin typeface="Arial MT"/>
                <a:cs typeface="Arial MT"/>
              </a:rPr>
              <a:t>les</a:t>
            </a:r>
            <a:r>
              <a:rPr sz="2900" spc="-229" dirty="0">
                <a:latin typeface="Arial MT"/>
                <a:cs typeface="Arial MT"/>
              </a:rPr>
              <a:t> </a:t>
            </a:r>
            <a:r>
              <a:rPr sz="2900" spc="-35" dirty="0">
                <a:latin typeface="Arial MT"/>
                <a:cs typeface="Arial MT"/>
              </a:rPr>
              <a:t>cours.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842"/>
    </mc:Choice>
    <mc:Fallback xmlns="">
      <p:transition spd="slow" advTm="8484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5562600"/>
            <a:ext cx="774700" cy="901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8300" y="2057400"/>
            <a:ext cx="596900" cy="901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0800" y="2628900"/>
            <a:ext cx="5232400" cy="5168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17600" y="3746500"/>
            <a:ext cx="914400" cy="9144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12495" y="2976515"/>
            <a:ext cx="2967990" cy="148971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860"/>
              </a:spcBef>
            </a:pPr>
            <a:r>
              <a:rPr sz="2550" spc="254" dirty="0">
                <a:solidFill>
                  <a:srgbClr val="52606B"/>
                </a:solidFill>
                <a:latin typeface="Calibri"/>
                <a:cs typeface="Calibri"/>
              </a:rPr>
              <a:t>Puissance</a:t>
            </a:r>
            <a:endParaRPr sz="2550">
              <a:latin typeface="Calibri"/>
              <a:cs typeface="Calibri"/>
            </a:endParaRPr>
          </a:p>
          <a:p>
            <a:pPr marL="12700" marR="5080" indent="20320" algn="ctr">
              <a:lnSpc>
                <a:spcPts val="2300"/>
              </a:lnSpc>
              <a:spcBef>
                <a:spcPts val="850"/>
              </a:spcBef>
            </a:pPr>
            <a:r>
              <a:rPr sz="2050" dirty="0">
                <a:latin typeface="Calibri"/>
                <a:cs typeface="Calibri"/>
              </a:rPr>
              <a:t>Recharge</a:t>
            </a:r>
            <a:r>
              <a:rPr sz="2050" spc="330" dirty="0">
                <a:latin typeface="Calibri"/>
                <a:cs typeface="Calibri"/>
              </a:rPr>
              <a:t> </a:t>
            </a:r>
            <a:r>
              <a:rPr sz="2050" spc="90" dirty="0">
                <a:latin typeface="Calibri"/>
                <a:cs typeface="Calibri"/>
              </a:rPr>
              <a:t>Sans</a:t>
            </a:r>
            <a:r>
              <a:rPr sz="2050" spc="110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Fil</a:t>
            </a:r>
            <a:r>
              <a:rPr sz="2050" spc="114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15W. </a:t>
            </a:r>
            <a:r>
              <a:rPr sz="2150" dirty="0">
                <a:latin typeface="Calibri"/>
                <a:cs typeface="Calibri"/>
              </a:rPr>
              <a:t>Technologie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Qi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universelle </a:t>
            </a:r>
            <a:r>
              <a:rPr sz="2050" dirty="0">
                <a:latin typeface="Calibri"/>
                <a:cs typeface="Calibri"/>
              </a:rPr>
              <a:t>(iOS</a:t>
            </a:r>
            <a:r>
              <a:rPr sz="2050" spc="155" dirty="0"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111111"/>
                </a:solidFill>
                <a:latin typeface="Calibri"/>
                <a:cs typeface="Calibri"/>
              </a:rPr>
              <a:t>&amp;</a:t>
            </a:r>
            <a:r>
              <a:rPr sz="2050" spc="-2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Android).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014481" y="325966"/>
            <a:ext cx="9432290" cy="1801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00" spc="625" dirty="0">
                <a:solidFill>
                  <a:srgbClr val="4F6982"/>
                </a:solidFill>
              </a:rPr>
              <a:t>La</a:t>
            </a:r>
            <a:r>
              <a:rPr sz="5800" spc="-420" dirty="0">
                <a:solidFill>
                  <a:srgbClr val="4F6982"/>
                </a:solidFill>
              </a:rPr>
              <a:t> </a:t>
            </a:r>
            <a:r>
              <a:rPr sz="5800" spc="210" dirty="0">
                <a:solidFill>
                  <a:srgbClr val="4F6780"/>
                </a:solidFill>
              </a:rPr>
              <a:t>Solution</a:t>
            </a:r>
            <a:r>
              <a:rPr sz="5800" spc="-165" dirty="0">
                <a:solidFill>
                  <a:srgbClr val="4F6780"/>
                </a:solidFill>
              </a:rPr>
              <a:t> </a:t>
            </a:r>
            <a:r>
              <a:rPr sz="5800" spc="135" dirty="0">
                <a:solidFill>
                  <a:srgbClr val="526B87"/>
                </a:solidFill>
              </a:rPr>
              <a:t>:</a:t>
            </a:r>
            <a:r>
              <a:rPr sz="5800" spc="35" dirty="0">
                <a:solidFill>
                  <a:srgbClr val="526B87"/>
                </a:solidFill>
              </a:rPr>
              <a:t> </a:t>
            </a:r>
            <a:r>
              <a:rPr sz="5800" spc="270" dirty="0">
                <a:solidFill>
                  <a:srgbClr val="4B627C"/>
                </a:solidFill>
              </a:rPr>
              <a:t>SmartCharge</a:t>
            </a:r>
            <a:r>
              <a:rPr sz="5800" spc="405" dirty="0">
                <a:solidFill>
                  <a:srgbClr val="4B627C"/>
                </a:solidFill>
              </a:rPr>
              <a:t> </a:t>
            </a:r>
            <a:r>
              <a:rPr sz="5800" spc="220" dirty="0">
                <a:solidFill>
                  <a:srgbClr val="526982"/>
                </a:solidFill>
              </a:rPr>
              <a:t>V</a:t>
            </a:r>
            <a:r>
              <a:rPr lang="fr-FR" sz="5800" spc="220" dirty="0">
                <a:solidFill>
                  <a:srgbClr val="526982"/>
                </a:solidFill>
              </a:rPr>
              <a:t>1</a:t>
            </a:r>
            <a:endParaRPr sz="5800" dirty="0"/>
          </a:p>
        </p:txBody>
      </p:sp>
      <p:sp>
        <p:nvSpPr>
          <p:cNvPr id="8" name="object 8"/>
          <p:cNvSpPr txBox="1"/>
          <p:nvPr/>
        </p:nvSpPr>
        <p:spPr>
          <a:xfrm>
            <a:off x="1532153" y="6487969"/>
            <a:ext cx="3326765" cy="1484509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710"/>
              </a:spcBef>
            </a:pPr>
            <a:r>
              <a:rPr sz="2550" spc="204" dirty="0">
                <a:solidFill>
                  <a:srgbClr val="5B7082"/>
                </a:solidFill>
                <a:latin typeface="Calibri"/>
                <a:cs typeface="Calibri"/>
              </a:rPr>
              <a:t>Vitesse</a:t>
            </a:r>
            <a:endParaRPr sz="2550" dirty="0">
              <a:latin typeface="Calibri"/>
              <a:cs typeface="Calibri"/>
            </a:endParaRPr>
          </a:p>
          <a:p>
            <a:pPr marL="12700" marR="5080" indent="-8890" algn="ctr">
              <a:lnSpc>
                <a:spcPts val="2250"/>
              </a:lnSpc>
              <a:spcBef>
                <a:spcPts val="940"/>
              </a:spcBef>
            </a:pPr>
            <a:r>
              <a:rPr sz="2200" dirty="0">
                <a:latin typeface="Calibri"/>
                <a:cs typeface="Calibri"/>
              </a:rPr>
              <a:t>2x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Plus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Ra</a:t>
            </a:r>
            <a:r>
              <a:rPr lang="fr-FR" sz="2200" spc="-30" dirty="0">
                <a:latin typeface="Calibri"/>
                <a:cs typeface="Calibri"/>
              </a:rPr>
              <a:t>p</a:t>
            </a:r>
            <a:r>
              <a:rPr sz="2200" spc="-30" dirty="0">
                <a:latin typeface="Calibri"/>
                <a:cs typeface="Calibri"/>
              </a:rPr>
              <a:t>ide.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Charge </a:t>
            </a:r>
            <a:r>
              <a:rPr sz="2300" spc="-100" dirty="0">
                <a:latin typeface="Calibri"/>
                <a:cs typeface="Calibri"/>
              </a:rPr>
              <a:t>optimisée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spc="-90" dirty="0">
                <a:latin typeface="Calibri"/>
                <a:cs typeface="Calibri"/>
              </a:rPr>
              <a:t>pour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95" dirty="0">
                <a:latin typeface="Calibri"/>
                <a:cs typeface="Calibri"/>
              </a:rPr>
              <a:t>minimiser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35" dirty="0">
                <a:latin typeface="Calibri"/>
                <a:cs typeface="Calibri"/>
              </a:rPr>
              <a:t>le </a:t>
            </a:r>
            <a:r>
              <a:rPr sz="2200" spc="-60" dirty="0">
                <a:latin typeface="Calibri"/>
                <a:cs typeface="Calibri"/>
              </a:rPr>
              <a:t>temps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75" dirty="0">
                <a:latin typeface="Calibri"/>
                <a:cs typeface="Calibri"/>
              </a:rPr>
              <a:t>d'attente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des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étudiants.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47790" y="4636103"/>
            <a:ext cx="3035935" cy="152463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R="12700" algn="ctr">
              <a:lnSpc>
                <a:spcPct val="100000"/>
              </a:lnSpc>
              <a:spcBef>
                <a:spcPts val="795"/>
              </a:spcBef>
            </a:pPr>
            <a:r>
              <a:rPr sz="2850" spc="85" dirty="0">
                <a:solidFill>
                  <a:srgbClr val="50667B"/>
                </a:solidFill>
                <a:latin typeface="Calibri"/>
                <a:cs typeface="Calibri"/>
              </a:rPr>
              <a:t>Disponibilité</a:t>
            </a:r>
            <a:endParaRPr sz="2850">
              <a:latin typeface="Calibri"/>
              <a:cs typeface="Calibri"/>
            </a:endParaRPr>
          </a:p>
          <a:p>
            <a:pPr marL="635" algn="ctr">
              <a:lnSpc>
                <a:spcPts val="2390"/>
              </a:lnSpc>
              <a:spcBef>
                <a:spcPts val="530"/>
              </a:spcBef>
            </a:pPr>
            <a:r>
              <a:rPr sz="2150" spc="-10" dirty="0">
                <a:latin typeface="Calibri"/>
                <a:cs typeface="Calibri"/>
              </a:rPr>
              <a:t>24/7.</a:t>
            </a:r>
            <a:endParaRPr sz="2150">
              <a:latin typeface="Calibri"/>
              <a:cs typeface="Calibri"/>
            </a:endParaRPr>
          </a:p>
          <a:p>
            <a:pPr algn="ctr">
              <a:lnSpc>
                <a:spcPts val="2230"/>
              </a:lnSpc>
            </a:pPr>
            <a:r>
              <a:rPr sz="2200" spc="-40" dirty="0">
                <a:latin typeface="Calibri"/>
                <a:cs typeface="Calibri"/>
              </a:rPr>
              <a:t>24/7.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Conçu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pour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usage</a:t>
            </a:r>
            <a:endParaRPr sz="2200">
              <a:latin typeface="Calibri"/>
              <a:cs typeface="Calibri"/>
            </a:endParaRPr>
          </a:p>
          <a:p>
            <a:pPr marL="1270" algn="ctr">
              <a:lnSpc>
                <a:spcPts val="2540"/>
              </a:lnSpc>
            </a:pPr>
            <a:r>
              <a:rPr sz="2300" spc="-60" dirty="0">
                <a:latin typeface="Calibri"/>
                <a:cs typeface="Calibri"/>
              </a:rPr>
              <a:t>intensif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95" dirty="0">
                <a:latin typeface="Calibri"/>
                <a:cs typeface="Calibri"/>
              </a:rPr>
              <a:t>en</a:t>
            </a:r>
            <a:r>
              <a:rPr sz="2300" spc="-90" dirty="0">
                <a:latin typeface="Calibri"/>
                <a:cs typeface="Calibri"/>
              </a:rPr>
              <a:t> </a:t>
            </a:r>
            <a:r>
              <a:rPr sz="2300" spc="-60" dirty="0">
                <a:latin typeface="Calibri"/>
                <a:cs typeface="Calibri"/>
              </a:rPr>
              <a:t>milieu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éducatif.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267"/>
    </mc:Choice>
    <mc:Fallback xmlns="">
      <p:transition spd="slow" advTm="7126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6235700"/>
            <a:ext cx="889000" cy="88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5400" y="2717800"/>
            <a:ext cx="952500" cy="889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43500" y="2857500"/>
            <a:ext cx="7200900" cy="5041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19200" y="6438900"/>
            <a:ext cx="1054100" cy="482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046200" y="2717800"/>
            <a:ext cx="800100" cy="8890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36581" y="573616"/>
            <a:ext cx="11362055" cy="914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00" spc="150" dirty="0">
                <a:solidFill>
                  <a:srgbClr val="3D5970"/>
                </a:solidFill>
              </a:rPr>
              <a:t>Radiographie</a:t>
            </a:r>
            <a:r>
              <a:rPr sz="5800" spc="530" dirty="0">
                <a:solidFill>
                  <a:srgbClr val="3D5970"/>
                </a:solidFill>
              </a:rPr>
              <a:t> </a:t>
            </a:r>
            <a:r>
              <a:rPr sz="5800" spc="100" dirty="0">
                <a:solidFill>
                  <a:srgbClr val="3B566D"/>
                </a:solidFill>
              </a:rPr>
              <a:t>Technique</a:t>
            </a:r>
            <a:r>
              <a:rPr sz="5800" spc="310" dirty="0">
                <a:solidFill>
                  <a:srgbClr val="3B566D"/>
                </a:solidFill>
              </a:rPr>
              <a:t> </a:t>
            </a:r>
            <a:r>
              <a:rPr sz="5800" spc="210" dirty="0">
                <a:solidFill>
                  <a:srgbClr val="3B566E"/>
                </a:solidFill>
              </a:rPr>
              <a:t>et</a:t>
            </a:r>
            <a:r>
              <a:rPr sz="5800" spc="-125" dirty="0">
                <a:solidFill>
                  <a:srgbClr val="3B566E"/>
                </a:solidFill>
              </a:rPr>
              <a:t> </a:t>
            </a:r>
            <a:r>
              <a:rPr sz="5800" spc="125" dirty="0">
                <a:solidFill>
                  <a:srgbClr val="3F5970"/>
                </a:solidFill>
              </a:rPr>
              <a:t>Sécurité</a:t>
            </a:r>
            <a:endParaRPr sz="5800" dirty="0"/>
          </a:p>
        </p:txBody>
      </p:sp>
      <p:sp>
        <p:nvSpPr>
          <p:cNvPr id="8" name="object 8"/>
          <p:cNvSpPr txBox="1"/>
          <p:nvPr/>
        </p:nvSpPr>
        <p:spPr>
          <a:xfrm>
            <a:off x="1194016" y="3708451"/>
            <a:ext cx="3662679" cy="126047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2550" spc="120" dirty="0">
                <a:solidFill>
                  <a:srgbClr val="3B3B3B"/>
                </a:solidFill>
                <a:latin typeface="Calibri"/>
                <a:cs typeface="Calibri"/>
              </a:rPr>
              <a:t>Multi-</a:t>
            </a:r>
            <a:r>
              <a:rPr sz="2550" spc="135" dirty="0">
                <a:solidFill>
                  <a:srgbClr val="3B3B3B"/>
                </a:solidFill>
                <a:latin typeface="Calibri"/>
                <a:cs typeface="Calibri"/>
              </a:rPr>
              <a:t>emplacements</a:t>
            </a:r>
            <a:endParaRPr sz="2550">
              <a:latin typeface="Calibri"/>
              <a:cs typeface="Calibri"/>
            </a:endParaRPr>
          </a:p>
          <a:p>
            <a:pPr marL="12700" marR="5080" algn="ctr">
              <a:lnSpc>
                <a:spcPts val="2500"/>
              </a:lnSpc>
              <a:spcBef>
                <a:spcPts val="990"/>
              </a:spcBef>
            </a:pPr>
            <a:r>
              <a:rPr sz="2350" spc="-25" dirty="0">
                <a:latin typeface="Calibri"/>
                <a:cs typeface="Calibri"/>
              </a:rPr>
              <a:t>Plusieurs</a:t>
            </a:r>
            <a:r>
              <a:rPr sz="2350" spc="-70" dirty="0">
                <a:latin typeface="Calibri"/>
                <a:cs typeface="Calibri"/>
              </a:rPr>
              <a:t> </a:t>
            </a:r>
            <a:r>
              <a:rPr sz="2350" spc="-20" dirty="0">
                <a:latin typeface="Calibri"/>
                <a:cs typeface="Calibri"/>
              </a:rPr>
              <a:t>slots</a:t>
            </a:r>
            <a:r>
              <a:rPr sz="2350" spc="-114" dirty="0">
                <a:latin typeface="Calibri"/>
                <a:cs typeface="Calibri"/>
              </a:rPr>
              <a:t> </a:t>
            </a:r>
            <a:r>
              <a:rPr sz="2350" spc="-30" dirty="0">
                <a:latin typeface="Calibri"/>
                <a:cs typeface="Calibri"/>
              </a:rPr>
              <a:t>simultanés</a:t>
            </a:r>
            <a:r>
              <a:rPr sz="2350" spc="-25" dirty="0">
                <a:latin typeface="Calibri"/>
                <a:cs typeface="Calibri"/>
              </a:rPr>
              <a:t> </a:t>
            </a:r>
            <a:r>
              <a:rPr sz="2350" spc="-35" dirty="0">
                <a:latin typeface="Calibri"/>
                <a:cs typeface="Calibri"/>
              </a:rPr>
              <a:t>pour </a:t>
            </a:r>
            <a:r>
              <a:rPr sz="2350" spc="-40" dirty="0">
                <a:latin typeface="Calibri"/>
                <a:cs typeface="Calibri"/>
              </a:rPr>
              <a:t>fluidifier </a:t>
            </a:r>
            <a:r>
              <a:rPr sz="2350" dirty="0">
                <a:latin typeface="Calibri"/>
                <a:cs typeface="Calibri"/>
              </a:rPr>
              <a:t>le</a:t>
            </a:r>
            <a:r>
              <a:rPr sz="2350" spc="-160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trafic.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8282" y="7186284"/>
            <a:ext cx="3371215" cy="127889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715"/>
              </a:spcBef>
            </a:pPr>
            <a:r>
              <a:rPr sz="2750" spc="95" dirty="0">
                <a:solidFill>
                  <a:srgbClr val="3B3B3B"/>
                </a:solidFill>
                <a:latin typeface="Calibri"/>
                <a:cs typeface="Calibri"/>
              </a:rPr>
              <a:t>Design</a:t>
            </a:r>
            <a:r>
              <a:rPr sz="2750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750" spc="-10" dirty="0">
                <a:solidFill>
                  <a:srgbClr val="383838"/>
                </a:solidFill>
                <a:latin typeface="Calibri"/>
                <a:cs typeface="Calibri"/>
              </a:rPr>
              <a:t>Ergonomique</a:t>
            </a:r>
            <a:endParaRPr sz="2750">
              <a:latin typeface="Calibri"/>
              <a:cs typeface="Calibri"/>
            </a:endParaRPr>
          </a:p>
          <a:p>
            <a:pPr marL="70485">
              <a:lnSpc>
                <a:spcPts val="2640"/>
              </a:lnSpc>
              <a:spcBef>
                <a:spcPts val="550"/>
              </a:spcBef>
            </a:pPr>
            <a:r>
              <a:rPr sz="2400" spc="-70" dirty="0">
                <a:latin typeface="Calibri"/>
                <a:cs typeface="Calibri"/>
              </a:rPr>
              <a:t>Format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85" dirty="0">
                <a:latin typeface="Calibri"/>
                <a:cs typeface="Calibri"/>
              </a:rPr>
              <a:t>compact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90" dirty="0">
                <a:latin typeface="Calibri"/>
                <a:cs typeface="Calibri"/>
              </a:rPr>
              <a:t>et</a:t>
            </a:r>
            <a:r>
              <a:rPr sz="2400" spc="-1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robuste,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60"/>
              </a:lnSpc>
            </a:pPr>
            <a:r>
              <a:rPr sz="2500" spc="-125" dirty="0">
                <a:latin typeface="Calibri"/>
                <a:cs typeface="Calibri"/>
              </a:rPr>
              <a:t>interface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14" dirty="0">
                <a:latin typeface="Calibri"/>
                <a:cs typeface="Calibri"/>
              </a:rPr>
              <a:t>utilisateur</a:t>
            </a:r>
            <a:r>
              <a:rPr sz="2500" spc="70" dirty="0">
                <a:latin typeface="Calibri"/>
                <a:cs typeface="Calibri"/>
              </a:rPr>
              <a:t> </a:t>
            </a:r>
            <a:r>
              <a:rPr sz="2500" spc="-95" dirty="0">
                <a:latin typeface="Calibri"/>
                <a:cs typeface="Calibri"/>
              </a:rPr>
              <a:t>intuitive.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53526" y="3658743"/>
            <a:ext cx="3744595" cy="16294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2225" algn="ctr">
              <a:lnSpc>
                <a:spcPct val="100000"/>
              </a:lnSpc>
              <a:spcBef>
                <a:spcPts val="890"/>
              </a:spcBef>
            </a:pPr>
            <a:r>
              <a:rPr sz="2850" dirty="0">
                <a:solidFill>
                  <a:srgbClr val="424242"/>
                </a:solidFill>
                <a:latin typeface="Calibri"/>
                <a:cs typeface="Calibri"/>
              </a:rPr>
              <a:t>Sécurité</a:t>
            </a:r>
            <a:r>
              <a:rPr sz="285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3B3B3B"/>
                </a:solidFill>
                <a:latin typeface="Calibri"/>
                <a:cs typeface="Calibri"/>
              </a:rPr>
              <a:t>Électrique</a:t>
            </a:r>
            <a:endParaRPr sz="2850">
              <a:latin typeface="Calibri"/>
              <a:cs typeface="Calibri"/>
            </a:endParaRPr>
          </a:p>
          <a:p>
            <a:pPr marL="12700" marR="5080" indent="11430" algn="ctr">
              <a:lnSpc>
                <a:spcPts val="2500"/>
              </a:lnSpc>
              <a:spcBef>
                <a:spcPts val="930"/>
              </a:spcBef>
            </a:pPr>
            <a:r>
              <a:rPr sz="2300" spc="-40" dirty="0">
                <a:latin typeface="Calibri"/>
                <a:cs typeface="Calibri"/>
              </a:rPr>
              <a:t>Protections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thermiques </a:t>
            </a:r>
            <a:r>
              <a:rPr sz="2350" spc="-45" dirty="0">
                <a:latin typeface="Calibri"/>
                <a:cs typeface="Calibri"/>
              </a:rPr>
              <a:t>intégrées</a:t>
            </a:r>
            <a:r>
              <a:rPr sz="2350" spc="-60" dirty="0">
                <a:latin typeface="Calibri"/>
                <a:cs typeface="Calibri"/>
              </a:rPr>
              <a:t> </a:t>
            </a:r>
            <a:r>
              <a:rPr sz="2350" spc="-35" dirty="0">
                <a:latin typeface="Calibri"/>
                <a:cs typeface="Calibri"/>
              </a:rPr>
              <a:t>contre</a:t>
            </a:r>
            <a:r>
              <a:rPr sz="2350" spc="-80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les</a:t>
            </a:r>
            <a:r>
              <a:rPr sz="2350" spc="-120" dirty="0">
                <a:latin typeface="Calibri"/>
                <a:cs typeface="Calibri"/>
              </a:rPr>
              <a:t> </a:t>
            </a:r>
            <a:r>
              <a:rPr sz="2350" spc="-40" dirty="0">
                <a:latin typeface="Calibri"/>
                <a:cs typeface="Calibri"/>
              </a:rPr>
              <a:t>surtensions </a:t>
            </a:r>
            <a:r>
              <a:rPr sz="2400" spc="-90" dirty="0">
                <a:latin typeface="Calibri"/>
                <a:cs typeface="Calibri"/>
              </a:rPr>
              <a:t>et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surchauffe.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68575" y="7151244"/>
            <a:ext cx="3702050" cy="1641796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0"/>
              </a:spcBef>
            </a:pPr>
            <a:r>
              <a:rPr sz="2850" dirty="0">
                <a:solidFill>
                  <a:srgbClr val="3D3D3D"/>
                </a:solidFill>
                <a:latin typeface="Calibri"/>
                <a:cs typeface="Calibri"/>
              </a:rPr>
              <a:t>Compatibilité</a:t>
            </a:r>
            <a:r>
              <a:rPr sz="2850" spc="2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3D3D3D"/>
                </a:solidFill>
                <a:latin typeface="Calibri"/>
                <a:cs typeface="Calibri"/>
              </a:rPr>
              <a:t>Universelle</a:t>
            </a:r>
            <a:endParaRPr sz="2850" dirty="0">
              <a:latin typeface="Calibri"/>
              <a:cs typeface="Calibri"/>
            </a:endParaRPr>
          </a:p>
          <a:p>
            <a:pPr marL="176530" marR="129539" indent="-1905" algn="ctr">
              <a:lnSpc>
                <a:spcPts val="2500"/>
              </a:lnSpc>
              <a:spcBef>
                <a:spcPts val="930"/>
              </a:spcBef>
            </a:pPr>
            <a:r>
              <a:rPr sz="2300" spc="80" dirty="0">
                <a:latin typeface="Calibri"/>
                <a:cs typeface="Calibri"/>
              </a:rPr>
              <a:t>Le</a:t>
            </a:r>
            <a:r>
              <a:rPr sz="2300" spc="-1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standard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Qi</a:t>
            </a:r>
            <a:r>
              <a:rPr sz="2300" spc="-125" dirty="0">
                <a:latin typeface="Calibri"/>
                <a:cs typeface="Calibri"/>
              </a:rPr>
              <a:t> </a:t>
            </a:r>
            <a:r>
              <a:rPr sz="2300" spc="-30" dirty="0">
                <a:latin typeface="Calibri"/>
                <a:cs typeface="Calibri"/>
              </a:rPr>
              <a:t>élimine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la </a:t>
            </a:r>
            <a:r>
              <a:rPr sz="2300" spc="-45" dirty="0">
                <a:latin typeface="Calibri"/>
                <a:cs typeface="Calibri"/>
              </a:rPr>
              <a:t>friction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des</a:t>
            </a:r>
            <a:r>
              <a:rPr sz="2300" spc="-13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câbles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perdus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spc="-35" dirty="0" err="1">
                <a:latin typeface="Calibri"/>
                <a:cs typeface="Calibri"/>
              </a:rPr>
              <a:t>ou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lang="fr-FR" sz="2300" spc="45" dirty="0">
                <a:solidFill>
                  <a:srgbClr val="2D2F2D"/>
                </a:solidFill>
                <a:latin typeface="Arial"/>
                <a:cs typeface="Arial"/>
              </a:rPr>
              <a:t>incompatibles</a:t>
            </a:r>
            <a:endParaRPr sz="230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605"/>
    </mc:Choice>
    <mc:Fallback xmlns="">
      <p:transition spd="slow" advTm="8460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400" y="7302500"/>
            <a:ext cx="850900" cy="825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400" y="3619500"/>
            <a:ext cx="850900" cy="825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24600" y="2082800"/>
            <a:ext cx="9499600" cy="70358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14400" y="9116483"/>
            <a:ext cx="4716145" cy="0"/>
          </a:xfrm>
          <a:custGeom>
            <a:avLst/>
            <a:gdLst/>
            <a:ahLst/>
            <a:cxnLst/>
            <a:rect l="l" t="t" r="r" b="b"/>
            <a:pathLst>
              <a:path w="4716145">
                <a:moveTo>
                  <a:pt x="0" y="0"/>
                </a:moveTo>
                <a:lnTo>
                  <a:pt x="47159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041400" y="5270500"/>
            <a:ext cx="863600" cy="762000"/>
            <a:chOff x="1041400" y="5270500"/>
            <a:chExt cx="863600" cy="76200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7800" y="5270500"/>
              <a:ext cx="38100" cy="889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1400" y="5397500"/>
              <a:ext cx="863600" cy="63500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39244" y="367594"/>
            <a:ext cx="15260955" cy="257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50" spc="170" dirty="0">
                <a:solidFill>
                  <a:srgbClr val="4D627E"/>
                </a:solidFill>
              </a:rPr>
              <a:t>L'écosystème</a:t>
            </a:r>
            <a:r>
              <a:rPr sz="5550" spc="260" dirty="0">
                <a:solidFill>
                  <a:srgbClr val="4D627E"/>
                </a:solidFill>
              </a:rPr>
              <a:t> </a:t>
            </a:r>
            <a:r>
              <a:rPr sz="5550" spc="165" dirty="0">
                <a:solidFill>
                  <a:srgbClr val="526B85"/>
                </a:solidFill>
              </a:rPr>
              <a:t>Spatial</a:t>
            </a:r>
            <a:r>
              <a:rPr sz="5550" spc="-265" dirty="0">
                <a:solidFill>
                  <a:srgbClr val="526B85"/>
                </a:solidFill>
              </a:rPr>
              <a:t> </a:t>
            </a:r>
            <a:r>
              <a:rPr sz="5550" spc="100" dirty="0">
                <a:solidFill>
                  <a:srgbClr val="4F6983"/>
                </a:solidFill>
              </a:rPr>
              <a:t>:</a:t>
            </a:r>
            <a:r>
              <a:rPr sz="5550" dirty="0">
                <a:solidFill>
                  <a:srgbClr val="4F6983"/>
                </a:solidFill>
              </a:rPr>
              <a:t> </a:t>
            </a:r>
            <a:r>
              <a:rPr sz="5550" spc="150" dirty="0" err="1">
                <a:solidFill>
                  <a:srgbClr val="4F6982"/>
                </a:solidFill>
              </a:rPr>
              <a:t>L'emplacement</a:t>
            </a:r>
            <a:r>
              <a:rPr sz="5550" spc="380" dirty="0">
                <a:solidFill>
                  <a:srgbClr val="4F6982"/>
                </a:solidFill>
              </a:rPr>
              <a:t> </a:t>
            </a:r>
            <a:r>
              <a:rPr sz="5550" spc="145" dirty="0" err="1">
                <a:solidFill>
                  <a:srgbClr val="4F6983"/>
                </a:solidFill>
              </a:rPr>
              <a:t>stratégique</a:t>
            </a:r>
            <a:br>
              <a:rPr lang="fr-FR" sz="5550" spc="145" dirty="0">
                <a:solidFill>
                  <a:srgbClr val="4F6983"/>
                </a:solidFill>
              </a:rPr>
            </a:br>
            <a:endParaRPr sz="5550" dirty="0"/>
          </a:p>
        </p:txBody>
      </p:sp>
      <p:sp>
        <p:nvSpPr>
          <p:cNvPr id="10" name="object 10"/>
          <p:cNvSpPr txBox="1"/>
          <p:nvPr/>
        </p:nvSpPr>
        <p:spPr>
          <a:xfrm>
            <a:off x="914400" y="2111058"/>
            <a:ext cx="4386580" cy="25888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8415" marR="215900" indent="-6350">
              <a:lnSpc>
                <a:spcPts val="3800"/>
              </a:lnSpc>
              <a:spcBef>
                <a:spcPts val="740"/>
              </a:spcBef>
            </a:pPr>
            <a:r>
              <a:rPr sz="3650" spc="50" dirty="0">
                <a:solidFill>
                  <a:srgbClr val="54697E"/>
                </a:solidFill>
                <a:latin typeface="Arial MT"/>
                <a:cs typeface="Arial MT"/>
              </a:rPr>
              <a:t>Pourquoi</a:t>
            </a:r>
            <a:r>
              <a:rPr sz="3650" spc="-110" dirty="0">
                <a:solidFill>
                  <a:srgbClr val="54697E"/>
                </a:solidFill>
                <a:latin typeface="Arial MT"/>
                <a:cs typeface="Arial MT"/>
              </a:rPr>
              <a:t> </a:t>
            </a:r>
            <a:r>
              <a:rPr sz="3650" dirty="0">
                <a:solidFill>
                  <a:srgbClr val="57697C"/>
                </a:solidFill>
                <a:latin typeface="Arial MT"/>
                <a:cs typeface="Arial MT"/>
              </a:rPr>
              <a:t>la</a:t>
            </a:r>
            <a:r>
              <a:rPr sz="3650" spc="-105" dirty="0">
                <a:solidFill>
                  <a:srgbClr val="57697C"/>
                </a:solidFill>
                <a:latin typeface="Arial MT"/>
                <a:cs typeface="Arial MT"/>
              </a:rPr>
              <a:t> </a:t>
            </a:r>
            <a:r>
              <a:rPr sz="3650" dirty="0">
                <a:solidFill>
                  <a:srgbClr val="485D75"/>
                </a:solidFill>
                <a:latin typeface="Arial MT"/>
                <a:cs typeface="Arial MT"/>
              </a:rPr>
              <a:t>zone</a:t>
            </a:r>
            <a:r>
              <a:rPr sz="3650" spc="-185" dirty="0">
                <a:solidFill>
                  <a:srgbClr val="485D75"/>
                </a:solidFill>
                <a:latin typeface="Arial MT"/>
                <a:cs typeface="Arial MT"/>
              </a:rPr>
              <a:t> </a:t>
            </a:r>
            <a:r>
              <a:rPr sz="3650" spc="50" dirty="0">
                <a:solidFill>
                  <a:srgbClr val="52667E"/>
                </a:solidFill>
                <a:latin typeface="Arial MT"/>
                <a:cs typeface="Arial MT"/>
              </a:rPr>
              <a:t>de </a:t>
            </a:r>
            <a:r>
              <a:rPr sz="3650" dirty="0">
                <a:solidFill>
                  <a:srgbClr val="50667B"/>
                </a:solidFill>
                <a:latin typeface="Arial MT"/>
                <a:cs typeface="Arial MT"/>
              </a:rPr>
              <a:t>la</a:t>
            </a:r>
            <a:r>
              <a:rPr sz="3650" spc="-130" dirty="0">
                <a:solidFill>
                  <a:srgbClr val="50667B"/>
                </a:solidFill>
                <a:latin typeface="Arial MT"/>
                <a:cs typeface="Arial MT"/>
              </a:rPr>
              <a:t> </a:t>
            </a:r>
            <a:r>
              <a:rPr sz="3650" spc="-20" dirty="0">
                <a:solidFill>
                  <a:srgbClr val="4F697E"/>
                </a:solidFill>
                <a:latin typeface="Arial MT"/>
                <a:cs typeface="Arial MT"/>
              </a:rPr>
              <a:t>Mosquée</a:t>
            </a:r>
            <a:r>
              <a:rPr sz="3650" spc="-175" dirty="0">
                <a:solidFill>
                  <a:srgbClr val="4F697E"/>
                </a:solidFill>
                <a:latin typeface="Arial MT"/>
                <a:cs typeface="Arial MT"/>
              </a:rPr>
              <a:t> </a:t>
            </a:r>
            <a:r>
              <a:rPr sz="3650" spc="50" dirty="0">
                <a:solidFill>
                  <a:srgbClr val="526477"/>
                </a:solidFill>
                <a:latin typeface="Arial MT"/>
                <a:cs typeface="Arial MT"/>
              </a:rPr>
              <a:t>?</a:t>
            </a:r>
            <a:endParaRPr sz="3650" dirty="0">
              <a:latin typeface="Arial MT"/>
              <a:cs typeface="Arial MT"/>
            </a:endParaRPr>
          </a:p>
          <a:p>
            <a:pPr marL="1151890" marR="5080" indent="-13335">
              <a:lnSpc>
                <a:spcPct val="85700"/>
              </a:lnSpc>
              <a:spcBef>
                <a:spcPts val="4175"/>
              </a:spcBef>
            </a:pPr>
            <a:r>
              <a:rPr sz="2550" dirty="0">
                <a:latin typeface="Calibri"/>
                <a:cs typeface="Calibri"/>
              </a:rPr>
              <a:t>Flux</a:t>
            </a:r>
            <a:r>
              <a:rPr sz="2550" spc="5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Intense:</a:t>
            </a:r>
            <a:r>
              <a:rPr sz="2550" spc="5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Passage </a:t>
            </a:r>
            <a:r>
              <a:rPr sz="2500" spc="-95" dirty="0">
                <a:latin typeface="Calibri"/>
                <a:cs typeface="Calibri"/>
              </a:rPr>
              <a:t>constant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spc="-110" dirty="0">
                <a:latin typeface="Calibri"/>
                <a:cs typeface="Calibri"/>
              </a:rPr>
              <a:t>durant</a:t>
            </a:r>
            <a:r>
              <a:rPr sz="2500" spc="40" dirty="0">
                <a:latin typeface="Calibri"/>
                <a:cs typeface="Calibri"/>
              </a:rPr>
              <a:t> </a:t>
            </a:r>
            <a:r>
              <a:rPr sz="2500" spc="-40" dirty="0">
                <a:latin typeface="Calibri"/>
                <a:cs typeface="Calibri"/>
              </a:rPr>
              <a:t>les</a:t>
            </a:r>
            <a:r>
              <a:rPr sz="2500" spc="-204" dirty="0">
                <a:latin typeface="Calibri"/>
                <a:cs typeface="Calibri"/>
              </a:rPr>
              <a:t> </a:t>
            </a:r>
            <a:r>
              <a:rPr sz="2500" spc="-35" dirty="0">
                <a:latin typeface="Calibri"/>
                <a:cs typeface="Calibri"/>
              </a:rPr>
              <a:t>pauses </a:t>
            </a:r>
            <a:r>
              <a:rPr sz="2500" spc="-145" dirty="0">
                <a:latin typeface="Calibri"/>
                <a:cs typeface="Calibri"/>
              </a:rPr>
              <a:t>et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75" dirty="0">
                <a:latin typeface="Calibri"/>
                <a:cs typeface="Calibri"/>
              </a:rPr>
              <a:t>les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prières.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44294" y="5141030"/>
            <a:ext cx="3597275" cy="339852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780" marR="368300" indent="-5715">
              <a:lnSpc>
                <a:spcPts val="2600"/>
              </a:lnSpc>
              <a:spcBef>
                <a:spcPts val="590"/>
              </a:spcBef>
            </a:pPr>
            <a:r>
              <a:rPr sz="2550" spc="-10" dirty="0">
                <a:latin typeface="Calibri"/>
                <a:cs typeface="Calibri"/>
              </a:rPr>
              <a:t>Point</a:t>
            </a:r>
            <a:r>
              <a:rPr sz="2550" spc="-100" dirty="0">
                <a:latin typeface="Calibri"/>
                <a:cs typeface="Calibri"/>
              </a:rPr>
              <a:t> </a:t>
            </a:r>
            <a:r>
              <a:rPr sz="2550" spc="-50" dirty="0">
                <a:latin typeface="Calibri"/>
                <a:cs typeface="Calibri"/>
              </a:rPr>
              <a:t>Névralgique</a:t>
            </a:r>
            <a:r>
              <a:rPr sz="2550" spc="-90" dirty="0">
                <a:latin typeface="Calibri"/>
                <a:cs typeface="Calibri"/>
              </a:rPr>
              <a:t> </a:t>
            </a:r>
            <a:r>
              <a:rPr sz="2550" spc="-50" dirty="0">
                <a:latin typeface="Calibri"/>
                <a:cs typeface="Calibri"/>
              </a:rPr>
              <a:t>: </a:t>
            </a:r>
            <a:r>
              <a:rPr sz="2550" spc="-130" dirty="0">
                <a:latin typeface="Calibri"/>
                <a:cs typeface="Calibri"/>
              </a:rPr>
              <a:t>Espace</a:t>
            </a:r>
            <a:r>
              <a:rPr sz="2550" spc="-20" dirty="0">
                <a:latin typeface="Calibri"/>
                <a:cs typeface="Calibri"/>
              </a:rPr>
              <a:t> </a:t>
            </a:r>
            <a:r>
              <a:rPr sz="2550" spc="-135" dirty="0">
                <a:latin typeface="Calibri"/>
                <a:cs typeface="Calibri"/>
              </a:rPr>
              <a:t>ouvert</a:t>
            </a:r>
            <a:r>
              <a:rPr sz="2550" spc="-30" dirty="0">
                <a:latin typeface="Calibri"/>
                <a:cs typeface="Calibri"/>
              </a:rPr>
              <a:t> </a:t>
            </a:r>
            <a:r>
              <a:rPr sz="2550" spc="-95" dirty="0">
                <a:latin typeface="Calibri"/>
                <a:cs typeface="Calibri"/>
              </a:rPr>
              <a:t>garantissant </a:t>
            </a:r>
            <a:r>
              <a:rPr sz="2400" spc="-10" dirty="0">
                <a:latin typeface="Calibri"/>
                <a:cs typeface="Calibri"/>
              </a:rPr>
              <a:t>une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visibilité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24/7.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85"/>
              </a:spcBef>
            </a:pPr>
            <a:endParaRPr sz="2550">
              <a:latin typeface="Calibri"/>
              <a:cs typeface="Calibri"/>
            </a:endParaRPr>
          </a:p>
          <a:p>
            <a:pPr marL="13970" marR="573405" indent="7620">
              <a:lnSpc>
                <a:spcPts val="2600"/>
              </a:lnSpc>
            </a:pPr>
            <a:r>
              <a:rPr sz="2500" spc="-25" dirty="0">
                <a:latin typeface="Calibri"/>
                <a:cs typeface="Calibri"/>
              </a:rPr>
              <a:t>Adoption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Naturelle</a:t>
            </a:r>
            <a:r>
              <a:rPr sz="2500" spc="-140" dirty="0">
                <a:latin typeface="Calibri"/>
                <a:cs typeface="Calibri"/>
              </a:rPr>
              <a:t> </a:t>
            </a:r>
            <a:r>
              <a:rPr sz="2500" spc="-50" dirty="0">
                <a:latin typeface="Calibri"/>
                <a:cs typeface="Calibri"/>
              </a:rPr>
              <a:t>: </a:t>
            </a:r>
            <a:r>
              <a:rPr sz="2350" spc="-10" dirty="0">
                <a:latin typeface="Calibri"/>
                <a:cs typeface="Calibri"/>
              </a:rPr>
              <a:t>Proximité</a:t>
            </a:r>
            <a:r>
              <a:rPr sz="2350" spc="-100" dirty="0">
                <a:latin typeface="Calibri"/>
                <a:cs typeface="Calibri"/>
              </a:rPr>
              <a:t> </a:t>
            </a:r>
            <a:r>
              <a:rPr sz="2350" spc="-30" dirty="0">
                <a:latin typeface="Calibri"/>
                <a:cs typeface="Calibri"/>
              </a:rPr>
              <a:t>immédiate</a:t>
            </a:r>
            <a:r>
              <a:rPr sz="2350" dirty="0">
                <a:latin typeface="Calibri"/>
                <a:cs typeface="Calibri"/>
              </a:rPr>
              <a:t> </a:t>
            </a:r>
            <a:r>
              <a:rPr sz="2350" spc="-25" dirty="0">
                <a:latin typeface="Calibri"/>
                <a:cs typeface="Calibri"/>
              </a:rPr>
              <a:t>des </a:t>
            </a:r>
            <a:r>
              <a:rPr sz="2400" dirty="0">
                <a:latin typeface="Calibri"/>
                <a:cs typeface="Calibri"/>
              </a:rPr>
              <a:t>zones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</a:t>
            </a:r>
            <a:r>
              <a:rPr sz="2400" spc="-2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repos, </a:t>
            </a:r>
            <a:r>
              <a:rPr sz="2350" spc="-25" dirty="0">
                <a:latin typeface="Calibri"/>
                <a:cs typeface="Calibri"/>
              </a:rPr>
              <a:t>transformant</a:t>
            </a:r>
            <a:r>
              <a:rPr sz="2350" spc="65" dirty="0">
                <a:latin typeface="Calibri"/>
                <a:cs typeface="Calibri"/>
              </a:rPr>
              <a:t> </a:t>
            </a:r>
            <a:r>
              <a:rPr sz="2350" dirty="0">
                <a:latin typeface="Calibri"/>
                <a:cs typeface="Calibri"/>
              </a:rPr>
              <a:t>le</a:t>
            </a:r>
            <a:r>
              <a:rPr sz="2350" spc="-125" dirty="0">
                <a:latin typeface="Calibri"/>
                <a:cs typeface="Calibri"/>
              </a:rPr>
              <a:t> </a:t>
            </a:r>
            <a:r>
              <a:rPr sz="2350" spc="-10" dirty="0">
                <a:latin typeface="Calibri"/>
                <a:cs typeface="Calibri"/>
              </a:rPr>
              <a:t>temps</a:t>
            </a:r>
            <a:endParaRPr sz="2350">
              <a:latin typeface="Calibri"/>
              <a:cs typeface="Calibri"/>
            </a:endParaRPr>
          </a:p>
          <a:p>
            <a:pPr marL="25400">
              <a:lnSpc>
                <a:spcPts val="2560"/>
              </a:lnSpc>
            </a:pPr>
            <a:r>
              <a:rPr sz="2400" spc="-70" dirty="0">
                <a:latin typeface="Calibri"/>
                <a:cs typeface="Calibri"/>
              </a:rPr>
              <a:t>d'attente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en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temps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charge.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57200" y="4646288"/>
            <a:ext cx="2274062" cy="46102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fr-FR" sz="2900" spc="-55" dirty="0">
                <a:solidFill>
                  <a:srgbClr val="4F6277"/>
                </a:solidFill>
                <a:latin typeface="Calibri"/>
                <a:cs typeface="Calibri"/>
              </a:rPr>
              <a:t>Zone Mosquée</a:t>
            </a:r>
            <a:endParaRPr sz="290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561"/>
    </mc:Choice>
    <mc:Fallback xmlns="">
      <p:transition spd="slow" advTm="6956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3000" y="4254500"/>
            <a:ext cx="787400" cy="1003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46500" y="4267200"/>
            <a:ext cx="1130300" cy="990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91100" y="4267200"/>
            <a:ext cx="1117600" cy="990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0300" y="4267200"/>
            <a:ext cx="1003300" cy="990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85400" y="4267200"/>
            <a:ext cx="914400" cy="990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633200" y="4267200"/>
            <a:ext cx="1130300" cy="990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65100" y="4267200"/>
            <a:ext cx="1117600" cy="9906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097000" y="4267200"/>
            <a:ext cx="1003300" cy="9906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298700" y="-104280"/>
            <a:ext cx="12877800" cy="17183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4610" algn="ctr">
              <a:lnSpc>
                <a:spcPts val="9055"/>
              </a:lnSpc>
              <a:spcBef>
                <a:spcPts val="120"/>
              </a:spcBef>
            </a:pPr>
            <a:r>
              <a:rPr sz="7550" spc="-10" dirty="0">
                <a:solidFill>
                  <a:srgbClr val="33495B"/>
                </a:solidFill>
              </a:rPr>
              <a:t>Modèle</a:t>
            </a:r>
            <a:r>
              <a:rPr sz="7550" spc="-85" dirty="0">
                <a:solidFill>
                  <a:srgbClr val="33495B"/>
                </a:solidFill>
              </a:rPr>
              <a:t> </a:t>
            </a:r>
            <a:r>
              <a:rPr sz="7550" spc="225" dirty="0">
                <a:solidFill>
                  <a:srgbClr val="364B60"/>
                </a:solidFill>
              </a:rPr>
              <a:t>de</a:t>
            </a:r>
            <a:r>
              <a:rPr sz="7550" spc="-229" dirty="0">
                <a:solidFill>
                  <a:srgbClr val="364B60"/>
                </a:solidFill>
              </a:rPr>
              <a:t> </a:t>
            </a:r>
            <a:r>
              <a:rPr sz="7550" spc="50" dirty="0">
                <a:solidFill>
                  <a:srgbClr val="364D5E"/>
                </a:solidFill>
              </a:rPr>
              <a:t>Tarification</a:t>
            </a:r>
            <a:r>
              <a:rPr sz="7550" spc="170" dirty="0">
                <a:solidFill>
                  <a:srgbClr val="364D5E"/>
                </a:solidFill>
              </a:rPr>
              <a:t> </a:t>
            </a:r>
            <a:r>
              <a:rPr sz="7550" spc="105" dirty="0">
                <a:solidFill>
                  <a:srgbClr val="364B62"/>
                </a:solidFill>
              </a:rPr>
              <a:t>Sociale</a:t>
            </a:r>
            <a:endParaRPr sz="7550" dirty="0"/>
          </a:p>
          <a:p>
            <a:pPr algn="ctr">
              <a:lnSpc>
                <a:spcPts val="4255"/>
              </a:lnSpc>
              <a:tabLst>
                <a:tab pos="6287770" algn="l"/>
              </a:tabLst>
            </a:pPr>
            <a:r>
              <a:rPr sz="3550" spc="-100" dirty="0">
                <a:solidFill>
                  <a:srgbClr val="000000"/>
                </a:solidFill>
              </a:rPr>
              <a:t>Conçu </a:t>
            </a:r>
            <a:r>
              <a:rPr sz="3550" spc="-70" dirty="0">
                <a:solidFill>
                  <a:srgbClr val="000000"/>
                </a:solidFill>
              </a:rPr>
              <a:t>pour</a:t>
            </a:r>
            <a:r>
              <a:rPr sz="3550" spc="-130" dirty="0">
                <a:solidFill>
                  <a:srgbClr val="000000"/>
                </a:solidFill>
              </a:rPr>
              <a:t> </a:t>
            </a:r>
            <a:r>
              <a:rPr sz="3550" spc="-40" dirty="0">
                <a:solidFill>
                  <a:srgbClr val="000000"/>
                </a:solidFill>
              </a:rPr>
              <a:t>assurer</a:t>
            </a:r>
            <a:r>
              <a:rPr sz="3550" spc="-80" dirty="0">
                <a:solidFill>
                  <a:srgbClr val="000000"/>
                </a:solidFill>
              </a:rPr>
              <a:t> </a:t>
            </a:r>
            <a:r>
              <a:rPr sz="3550" spc="-50" dirty="0">
                <a:solidFill>
                  <a:srgbClr val="000000"/>
                </a:solidFill>
              </a:rPr>
              <a:t>la</a:t>
            </a:r>
            <a:r>
              <a:rPr sz="3550" spc="-150" dirty="0">
                <a:solidFill>
                  <a:srgbClr val="000000"/>
                </a:solidFill>
              </a:rPr>
              <a:t> </a:t>
            </a:r>
            <a:r>
              <a:rPr sz="3550" spc="-10" dirty="0">
                <a:solidFill>
                  <a:srgbClr val="000000"/>
                </a:solidFill>
              </a:rPr>
              <a:t>maintenance</a:t>
            </a:r>
            <a:r>
              <a:rPr sz="3550" dirty="0">
                <a:solidFill>
                  <a:srgbClr val="000000"/>
                </a:solidFill>
              </a:rPr>
              <a:t>	</a:t>
            </a:r>
            <a:r>
              <a:rPr sz="3550" spc="-135" dirty="0">
                <a:solidFill>
                  <a:srgbClr val="000000"/>
                </a:solidFill>
              </a:rPr>
              <a:t>tout</a:t>
            </a:r>
            <a:r>
              <a:rPr sz="3550" spc="-65" dirty="0">
                <a:solidFill>
                  <a:srgbClr val="000000"/>
                </a:solidFill>
              </a:rPr>
              <a:t> </a:t>
            </a:r>
            <a:r>
              <a:rPr sz="3550" spc="-80" dirty="0">
                <a:solidFill>
                  <a:srgbClr val="000000"/>
                </a:solidFill>
              </a:rPr>
              <a:t>en</a:t>
            </a:r>
            <a:r>
              <a:rPr sz="3550" spc="-120" dirty="0">
                <a:solidFill>
                  <a:srgbClr val="000000"/>
                </a:solidFill>
              </a:rPr>
              <a:t> </a:t>
            </a:r>
            <a:r>
              <a:rPr sz="3550" spc="-110" dirty="0">
                <a:solidFill>
                  <a:srgbClr val="000000"/>
                </a:solidFill>
              </a:rPr>
              <a:t>respectant</a:t>
            </a:r>
            <a:r>
              <a:rPr sz="3550" spc="10" dirty="0">
                <a:solidFill>
                  <a:srgbClr val="000000"/>
                </a:solidFill>
              </a:rPr>
              <a:t> </a:t>
            </a:r>
            <a:r>
              <a:rPr sz="3550" spc="-10" dirty="0">
                <a:solidFill>
                  <a:srgbClr val="000000"/>
                </a:solidFill>
              </a:rPr>
              <a:t>le</a:t>
            </a:r>
            <a:r>
              <a:rPr sz="3550" spc="-175" dirty="0">
                <a:solidFill>
                  <a:srgbClr val="000000"/>
                </a:solidFill>
              </a:rPr>
              <a:t> </a:t>
            </a:r>
            <a:r>
              <a:rPr sz="3550" spc="-105" dirty="0">
                <a:solidFill>
                  <a:srgbClr val="000000"/>
                </a:solidFill>
              </a:rPr>
              <a:t>budget</a:t>
            </a:r>
            <a:r>
              <a:rPr sz="3550" spc="-80" dirty="0">
                <a:solidFill>
                  <a:srgbClr val="000000"/>
                </a:solidFill>
              </a:rPr>
              <a:t> </a:t>
            </a:r>
            <a:r>
              <a:rPr sz="3550" spc="-50" dirty="0">
                <a:solidFill>
                  <a:srgbClr val="000000"/>
                </a:solidFill>
              </a:rPr>
              <a:t>étudiant.</a:t>
            </a:r>
            <a:endParaRPr sz="3550" dirty="0"/>
          </a:p>
        </p:txBody>
      </p:sp>
      <p:sp>
        <p:nvSpPr>
          <p:cNvPr id="11" name="object 11"/>
          <p:cNvSpPr txBox="1"/>
          <p:nvPr/>
        </p:nvSpPr>
        <p:spPr>
          <a:xfrm>
            <a:off x="3572920" y="3108053"/>
            <a:ext cx="2535780" cy="72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4650" spc="114" dirty="0">
                <a:solidFill>
                  <a:srgbClr val="36485B"/>
                </a:solidFill>
                <a:latin typeface="Calibri"/>
                <a:cs typeface="Calibri"/>
              </a:rPr>
              <a:t>1 </a:t>
            </a:r>
            <a:r>
              <a:rPr lang="fr-FR" sz="4650" spc="-145" dirty="0">
                <a:solidFill>
                  <a:srgbClr val="36485B"/>
                </a:solidFill>
                <a:latin typeface="Calibri"/>
                <a:cs typeface="Calibri"/>
              </a:rPr>
              <a:t>  </a:t>
            </a:r>
            <a:r>
              <a:rPr sz="4650" spc="170" dirty="0">
                <a:solidFill>
                  <a:srgbClr val="33485B"/>
                </a:solidFill>
                <a:latin typeface="Calibri"/>
                <a:cs typeface="Calibri"/>
              </a:rPr>
              <a:t>Heure</a:t>
            </a:r>
            <a:endParaRPr sz="465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76700" y="5987230"/>
            <a:ext cx="5378866" cy="11498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13599"/>
              </a:lnSpc>
              <a:spcBef>
                <a:spcPts val="95"/>
              </a:spcBef>
              <a:buFont typeface="Wingdings" panose="05000000000000000000" pitchFamily="2" charset="2"/>
              <a:buChar char="v"/>
            </a:pPr>
            <a:r>
              <a:rPr sz="3300" spc="85" dirty="0">
                <a:solidFill>
                  <a:srgbClr val="5B9E69"/>
                </a:solidFill>
                <a:latin typeface="Calibri"/>
                <a:cs typeface="Calibri"/>
              </a:rPr>
              <a:t> </a:t>
            </a:r>
            <a:r>
              <a:rPr lang="fr-FR" sz="3300" spc="85" dirty="0">
                <a:latin typeface="Calibri"/>
                <a:cs typeface="Calibri"/>
              </a:rPr>
              <a:t>recharge rapide</a:t>
            </a:r>
            <a:r>
              <a:rPr lang="fr-FR" sz="3300" spc="-80" dirty="0">
                <a:latin typeface="Calibri"/>
                <a:cs typeface="Calibri"/>
              </a:rPr>
              <a:t>.</a:t>
            </a:r>
            <a:r>
              <a:rPr sz="3300" spc="-80" dirty="0">
                <a:latin typeface="Calibri"/>
                <a:cs typeface="Calibri"/>
              </a:rPr>
              <a:t> </a:t>
            </a:r>
            <a:endParaRPr lang="fr-FR" sz="3300" spc="-80" dirty="0">
              <a:latin typeface="Calibri"/>
              <a:cs typeface="Calibri"/>
            </a:endParaRPr>
          </a:p>
          <a:p>
            <a:pPr marL="469900" marR="5080" indent="-457200">
              <a:lnSpc>
                <a:spcPct val="113599"/>
              </a:lnSpc>
              <a:spcBef>
                <a:spcPts val="95"/>
              </a:spcBef>
              <a:buFont typeface="Wingdings" panose="05000000000000000000" pitchFamily="2" charset="2"/>
              <a:buChar char="v"/>
            </a:pPr>
            <a:r>
              <a:rPr sz="3300" spc="125" dirty="0">
                <a:solidFill>
                  <a:srgbClr val="59A067"/>
                </a:solidFill>
                <a:latin typeface="Calibri"/>
                <a:cs typeface="Calibri"/>
              </a:rPr>
              <a:t> </a:t>
            </a:r>
            <a:r>
              <a:rPr lang="fr-FR" sz="3300" spc="-35" dirty="0">
                <a:latin typeface="Calibri"/>
                <a:cs typeface="Calibri"/>
              </a:rPr>
              <a:t>idéal pour utilisation courte</a:t>
            </a:r>
            <a:r>
              <a:rPr lang="fr-FR" sz="3300" spc="-10" dirty="0">
                <a:latin typeface="Calibri"/>
                <a:cs typeface="Calibri"/>
              </a:rPr>
              <a:t>.</a:t>
            </a:r>
            <a:endParaRPr sz="33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46921" y="3080808"/>
            <a:ext cx="2350770" cy="755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800" dirty="0">
                <a:solidFill>
                  <a:srgbClr val="364962"/>
                </a:solidFill>
                <a:latin typeface="Calibri"/>
                <a:cs typeface="Calibri"/>
              </a:rPr>
              <a:t>2</a:t>
            </a:r>
            <a:r>
              <a:rPr sz="4800" spc="120" dirty="0">
                <a:solidFill>
                  <a:srgbClr val="364962"/>
                </a:solidFill>
                <a:latin typeface="Calibri"/>
                <a:cs typeface="Calibri"/>
              </a:rPr>
              <a:t> </a:t>
            </a:r>
            <a:r>
              <a:rPr sz="4800" spc="100" dirty="0">
                <a:solidFill>
                  <a:srgbClr val="344657"/>
                </a:solidFill>
                <a:latin typeface="Calibri"/>
                <a:cs typeface="Calibri"/>
              </a:rPr>
              <a:t>Heures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21520" y="5976523"/>
            <a:ext cx="5208905" cy="1160574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470535" indent="-457200">
              <a:lnSpc>
                <a:spcPct val="100000"/>
              </a:lnSpc>
              <a:spcBef>
                <a:spcPts val="790"/>
              </a:spcBef>
              <a:buFont typeface="Wingdings" panose="05000000000000000000" pitchFamily="2" charset="2"/>
              <a:buChar char="v"/>
              <a:tabLst>
                <a:tab pos="558800" algn="l"/>
              </a:tabLst>
            </a:pPr>
            <a:r>
              <a:rPr sz="3100" dirty="0">
                <a:solidFill>
                  <a:srgbClr val="579764"/>
                </a:solidFill>
                <a:latin typeface="Calibri"/>
                <a:cs typeface="Calibri"/>
              </a:rPr>
              <a:t>	</a:t>
            </a:r>
            <a:r>
              <a:rPr lang="fr-FR" sz="3100" dirty="0">
                <a:latin typeface="Calibri"/>
                <a:cs typeface="Calibri"/>
              </a:rPr>
              <a:t>adapté aux longues pauses</a:t>
            </a:r>
            <a:r>
              <a:rPr lang="fr-FR" sz="3100" spc="-10" dirty="0">
                <a:latin typeface="Calibri"/>
                <a:cs typeface="Calibri"/>
              </a:rPr>
              <a:t>.</a:t>
            </a:r>
            <a:endParaRPr sz="31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80"/>
              </a:spcBef>
              <a:buFont typeface="Wingdings" panose="05000000000000000000" pitchFamily="2" charset="2"/>
              <a:buChar char="v"/>
              <a:tabLst>
                <a:tab pos="558165" algn="l"/>
              </a:tabLst>
            </a:pPr>
            <a:r>
              <a:rPr sz="3200" dirty="0">
                <a:solidFill>
                  <a:srgbClr val="599E67"/>
                </a:solidFill>
                <a:latin typeface="Calibri"/>
                <a:cs typeface="Calibri"/>
              </a:rPr>
              <a:t>	</a:t>
            </a:r>
            <a:r>
              <a:rPr sz="3200" spc="-50" dirty="0">
                <a:latin typeface="Calibri"/>
                <a:cs typeface="Calibri"/>
              </a:rPr>
              <a:t>Meilleur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rapport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50" dirty="0" err="1">
                <a:latin typeface="Calibri"/>
                <a:cs typeface="Calibri"/>
              </a:rPr>
              <a:t>qualité</a:t>
            </a:r>
            <a:r>
              <a:rPr lang="fr-FR"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prix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49586" y="8475485"/>
            <a:ext cx="13153390" cy="10143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sz="3250" spc="-65" dirty="0">
                <a:latin typeface="Calibri"/>
                <a:cs typeface="Calibri"/>
              </a:rPr>
              <a:t>Revenus</a:t>
            </a:r>
            <a:r>
              <a:rPr sz="3250" spc="-120" dirty="0">
                <a:latin typeface="Calibri"/>
                <a:cs typeface="Calibri"/>
              </a:rPr>
              <a:t> </a:t>
            </a:r>
            <a:r>
              <a:rPr sz="3250" spc="-80" dirty="0">
                <a:latin typeface="Calibri"/>
                <a:cs typeface="Calibri"/>
              </a:rPr>
              <a:t>Additionnels</a:t>
            </a:r>
            <a:r>
              <a:rPr sz="3250" spc="-10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:</a:t>
            </a:r>
            <a:r>
              <a:rPr sz="3250" spc="-185" dirty="0">
                <a:latin typeface="Calibri"/>
                <a:cs typeface="Calibri"/>
              </a:rPr>
              <a:t> </a:t>
            </a:r>
            <a:r>
              <a:rPr sz="3250" spc="-80" dirty="0">
                <a:latin typeface="Calibri"/>
                <a:cs typeface="Calibri"/>
              </a:rPr>
              <a:t>Abonnement</a:t>
            </a:r>
            <a:r>
              <a:rPr lang="fr-FR" sz="3250" spc="-80" dirty="0">
                <a:latin typeface="Calibri"/>
                <a:cs typeface="Calibri"/>
              </a:rPr>
              <a:t>t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spc="-85" dirty="0" err="1">
                <a:latin typeface="Calibri"/>
                <a:cs typeface="Calibri"/>
              </a:rPr>
              <a:t>Mensuel</a:t>
            </a:r>
            <a:r>
              <a:rPr lang="fr-FR" sz="3250" spc="-85" dirty="0">
                <a:latin typeface="Calibri"/>
                <a:cs typeface="Calibri"/>
              </a:rPr>
              <a:t> (30DH)</a:t>
            </a:r>
            <a:r>
              <a:rPr sz="3250" spc="-95" dirty="0">
                <a:latin typeface="Calibri"/>
                <a:cs typeface="Calibri"/>
              </a:rPr>
              <a:t> </a:t>
            </a:r>
            <a:r>
              <a:rPr sz="3250" spc="-185" dirty="0">
                <a:latin typeface="Calibri"/>
                <a:cs typeface="Calibri"/>
              </a:rPr>
              <a:t>&amp;</a:t>
            </a:r>
            <a:r>
              <a:rPr sz="3250" spc="-85" dirty="0">
                <a:latin typeface="Calibri"/>
                <a:cs typeface="Calibri"/>
              </a:rPr>
              <a:t> </a:t>
            </a:r>
            <a:r>
              <a:rPr sz="3250" spc="-65" dirty="0">
                <a:latin typeface="Calibri"/>
                <a:cs typeface="Calibri"/>
              </a:rPr>
              <a:t>Revenus</a:t>
            </a:r>
            <a:r>
              <a:rPr sz="3250" spc="-30" dirty="0">
                <a:latin typeface="Calibri"/>
                <a:cs typeface="Calibri"/>
              </a:rPr>
              <a:t> </a:t>
            </a:r>
            <a:r>
              <a:rPr sz="3250" spc="-60" dirty="0">
                <a:latin typeface="Calibri"/>
                <a:cs typeface="Calibri"/>
              </a:rPr>
              <a:t>Publicitaires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sur</a:t>
            </a:r>
            <a:r>
              <a:rPr sz="3250" spc="-13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Borne</a:t>
            </a:r>
            <a:endParaRPr sz="325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09"/>
    </mc:Choice>
    <mc:Fallback xmlns="">
      <p:transition spd="slow" advTm="5760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1455" y="2974624"/>
            <a:ext cx="584200" cy="6096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254405" y="94945"/>
            <a:ext cx="12773418" cy="15912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75" dirty="0">
                <a:solidFill>
                  <a:schemeClr val="tx1"/>
                </a:solidFill>
                <a:latin typeface="Arial MT"/>
                <a:cs typeface="Arial MT"/>
              </a:rPr>
              <a:t>Analyse</a:t>
            </a:r>
            <a:r>
              <a:rPr spc="-2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pc="-65" dirty="0" err="1">
                <a:solidFill>
                  <a:schemeClr val="tx1"/>
                </a:solidFill>
                <a:latin typeface="Arial MT"/>
                <a:cs typeface="Arial MT"/>
              </a:rPr>
              <a:t>Concurrentielle</a:t>
            </a:r>
            <a:r>
              <a:rPr spc="-4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fr-FR" i="1" spc="-365" dirty="0">
                <a:solidFill>
                  <a:schemeClr val="tx1"/>
                </a:solidFill>
                <a:latin typeface="Arial"/>
                <a:cs typeface="Arial"/>
              </a:rPr>
              <a:t>:</a:t>
            </a:r>
            <a:r>
              <a:rPr i="1"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335" dirty="0">
                <a:solidFill>
                  <a:schemeClr val="tx1"/>
                </a:solidFill>
                <a:latin typeface="Arial MT"/>
                <a:cs typeface="Arial MT"/>
              </a:rPr>
              <a:t>Le </a:t>
            </a:r>
            <a:r>
              <a:rPr dirty="0">
                <a:solidFill>
                  <a:schemeClr val="tx1"/>
                </a:solidFill>
                <a:latin typeface="Arial MT"/>
                <a:cs typeface="Arial MT"/>
              </a:rPr>
              <a:t>choix</a:t>
            </a:r>
            <a:r>
              <a:rPr spc="-2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pc="-110" dirty="0">
                <a:solidFill>
                  <a:schemeClr val="tx1"/>
                </a:solidFill>
                <a:latin typeface="Arial MT"/>
                <a:cs typeface="Arial MT"/>
              </a:rPr>
              <a:t>de</a:t>
            </a:r>
            <a:r>
              <a:rPr spc="-37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pc="-65" dirty="0">
                <a:solidFill>
                  <a:schemeClr val="tx1"/>
                </a:solidFill>
                <a:latin typeface="Arial MT"/>
                <a:cs typeface="Arial MT"/>
              </a:rPr>
              <a:t>l'évidence</a:t>
            </a:r>
          </a:p>
        </p:txBody>
      </p: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6A3157F2-72DC-4F9F-F3CB-B52C683D3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490882"/>
              </p:ext>
            </p:extLst>
          </p:nvPr>
        </p:nvGraphicFramePr>
        <p:xfrm>
          <a:off x="1879600" y="1899745"/>
          <a:ext cx="12894424" cy="685799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474123">
                  <a:extLst>
                    <a:ext uri="{9D8B030D-6E8A-4147-A177-3AD203B41FA5}">
                      <a16:colId xmlns:a16="http://schemas.microsoft.com/office/drawing/2014/main" val="3937316099"/>
                    </a:ext>
                  </a:extLst>
                </a:gridCol>
                <a:gridCol w="2472055">
                  <a:extLst>
                    <a:ext uri="{9D8B030D-6E8A-4147-A177-3AD203B41FA5}">
                      <a16:colId xmlns:a16="http://schemas.microsoft.com/office/drawing/2014/main" val="4273511929"/>
                    </a:ext>
                  </a:extLst>
                </a:gridCol>
                <a:gridCol w="3474123">
                  <a:extLst>
                    <a:ext uri="{9D8B030D-6E8A-4147-A177-3AD203B41FA5}">
                      <a16:colId xmlns:a16="http://schemas.microsoft.com/office/drawing/2014/main" val="4184569432"/>
                    </a:ext>
                  </a:extLst>
                </a:gridCol>
                <a:gridCol w="3474123">
                  <a:extLst>
                    <a:ext uri="{9D8B030D-6E8A-4147-A177-3AD203B41FA5}">
                      <a16:colId xmlns:a16="http://schemas.microsoft.com/office/drawing/2014/main" val="3075442553"/>
                    </a:ext>
                  </a:extLst>
                </a:gridCol>
              </a:tblGrid>
              <a:tr h="97971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Critère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Prises murales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Power 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SmartCharge V1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289765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r>
                        <a:rPr lang="fr-FR" dirty="0"/>
                        <a:t>Accessibilité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limitée</a:t>
                      </a:r>
                      <a:endParaRPr lang="fr-FR" sz="256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personnelle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Disponible 24/7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21293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r>
                        <a:rPr lang="fr-FR" dirty="0"/>
                        <a:t>Sécurité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faible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élevée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122449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r>
                        <a:rPr lang="fr-FR" dirty="0"/>
                        <a:t>Facilité d’utilisation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facile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Très facile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761130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r>
                        <a:rPr lang="fr-FR" dirty="0"/>
                        <a:t>Multi-utilisateurs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749443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r>
                        <a:rPr lang="fr-FR" dirty="0"/>
                        <a:t>Sans câble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Oui (Qi)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971239"/>
                  </a:ext>
                </a:extLst>
              </a:tr>
              <a:tr h="979714">
                <a:tc>
                  <a:txBody>
                    <a:bodyPr/>
                    <a:lstStyle/>
                    <a:p>
                      <a:r>
                        <a:rPr lang="fr-FR" dirty="0"/>
                        <a:t>Coût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gratuit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Faible (2 DH)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229064"/>
                  </a:ext>
                </a:extLst>
              </a:tr>
            </a:tbl>
          </a:graphicData>
        </a:graphic>
      </p:graphicFrame>
      <p:pic>
        <p:nvPicPr>
          <p:cNvPr id="18" name="object 8">
            <a:extLst>
              <a:ext uri="{FF2B5EF4-FFF2-40B4-BE49-F238E27FC236}">
                <a16:creationId xmlns:a16="http://schemas.microsoft.com/office/drawing/2014/main" id="{57F1154A-FD7D-FD53-C44B-A7725DEC7A5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56400" y="3962400"/>
            <a:ext cx="596900" cy="609600"/>
          </a:xfrm>
          <a:prstGeom prst="rect">
            <a:avLst/>
          </a:prstGeom>
        </p:spPr>
      </p:pic>
      <p:pic>
        <p:nvPicPr>
          <p:cNvPr id="19" name="object 8">
            <a:extLst>
              <a:ext uri="{FF2B5EF4-FFF2-40B4-BE49-F238E27FC236}">
                <a16:creationId xmlns:a16="http://schemas.microsoft.com/office/drawing/2014/main" id="{9BEB7B0E-EA5E-9C98-97F1-C130AB6492D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56400" y="5867401"/>
            <a:ext cx="596900" cy="609600"/>
          </a:xfrm>
          <a:prstGeom prst="rect">
            <a:avLst/>
          </a:prstGeom>
        </p:spPr>
      </p:pic>
      <p:pic>
        <p:nvPicPr>
          <p:cNvPr id="20" name="object 8">
            <a:extLst>
              <a:ext uri="{FF2B5EF4-FFF2-40B4-BE49-F238E27FC236}">
                <a16:creationId xmlns:a16="http://schemas.microsoft.com/office/drawing/2014/main" id="{233DFEBE-FEFE-FFBE-9859-E2A7B25F6B1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56400" y="6858001"/>
            <a:ext cx="596900" cy="609600"/>
          </a:xfrm>
          <a:prstGeom prst="rect">
            <a:avLst/>
          </a:prstGeom>
        </p:spPr>
      </p:pic>
      <p:pic>
        <p:nvPicPr>
          <p:cNvPr id="21" name="object 8">
            <a:extLst>
              <a:ext uri="{FF2B5EF4-FFF2-40B4-BE49-F238E27FC236}">
                <a16:creationId xmlns:a16="http://schemas.microsoft.com/office/drawing/2014/main" id="{E3723054-813A-9AFB-2F4A-AC0CD5E48A0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33000" y="6858001"/>
            <a:ext cx="596900" cy="609600"/>
          </a:xfrm>
          <a:prstGeom prst="rect">
            <a:avLst/>
          </a:prstGeom>
        </p:spPr>
      </p:pic>
      <p:pic>
        <p:nvPicPr>
          <p:cNvPr id="22" name="object 8">
            <a:extLst>
              <a:ext uri="{FF2B5EF4-FFF2-40B4-BE49-F238E27FC236}">
                <a16:creationId xmlns:a16="http://schemas.microsoft.com/office/drawing/2014/main" id="{4EAD5EEB-0E6E-2910-D9EC-6B7FF2112FA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33000" y="5867401"/>
            <a:ext cx="596900" cy="609600"/>
          </a:xfrm>
          <a:prstGeom prst="rect">
            <a:avLst/>
          </a:prstGeom>
        </p:spPr>
      </p:pic>
      <p:pic>
        <p:nvPicPr>
          <p:cNvPr id="24" name="object 8">
            <a:extLst>
              <a:ext uri="{FF2B5EF4-FFF2-40B4-BE49-F238E27FC236}">
                <a16:creationId xmlns:a16="http://schemas.microsoft.com/office/drawing/2014/main" id="{DB4F1906-CC1A-BB12-1E67-B8DF22EA00F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33000" y="7848601"/>
            <a:ext cx="596900" cy="609600"/>
          </a:xfrm>
          <a:prstGeom prst="rect">
            <a:avLst/>
          </a:prstGeom>
        </p:spPr>
      </p:pic>
      <p:pic>
        <p:nvPicPr>
          <p:cNvPr id="27" name="object 9">
            <a:extLst>
              <a:ext uri="{FF2B5EF4-FFF2-40B4-BE49-F238E27FC236}">
                <a16:creationId xmlns:a16="http://schemas.microsoft.com/office/drawing/2014/main" id="{B58B828F-C13F-B53F-7767-E40A30AD552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89128" y="4953004"/>
            <a:ext cx="584200" cy="609600"/>
          </a:xfrm>
          <a:prstGeom prst="rect">
            <a:avLst/>
          </a:prstGeom>
        </p:spPr>
      </p:pic>
      <p:pic>
        <p:nvPicPr>
          <p:cNvPr id="28" name="object 9">
            <a:extLst>
              <a:ext uri="{FF2B5EF4-FFF2-40B4-BE49-F238E27FC236}">
                <a16:creationId xmlns:a16="http://schemas.microsoft.com/office/drawing/2014/main" id="{446A66F6-498B-4092-EFBA-DAA2B45A630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0" y="7876310"/>
            <a:ext cx="584200" cy="609600"/>
          </a:xfrm>
          <a:prstGeom prst="rect">
            <a:avLst/>
          </a:prstGeom>
        </p:spPr>
      </p:pic>
      <p:pic>
        <p:nvPicPr>
          <p:cNvPr id="30" name="object 9">
            <a:extLst>
              <a:ext uri="{FF2B5EF4-FFF2-40B4-BE49-F238E27FC236}">
                <a16:creationId xmlns:a16="http://schemas.microsoft.com/office/drawing/2014/main" id="{73F9F100-50CA-821A-0AE7-84F28E26C33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14582" y="3006436"/>
            <a:ext cx="584200" cy="609600"/>
          </a:xfrm>
          <a:prstGeom prst="rect">
            <a:avLst/>
          </a:prstGeom>
        </p:spPr>
      </p:pic>
      <p:pic>
        <p:nvPicPr>
          <p:cNvPr id="31" name="object 9">
            <a:extLst>
              <a:ext uri="{FF2B5EF4-FFF2-40B4-BE49-F238E27FC236}">
                <a16:creationId xmlns:a16="http://schemas.microsoft.com/office/drawing/2014/main" id="{80D382AE-F132-89B2-4457-1DCA434077A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14582" y="3972150"/>
            <a:ext cx="584200" cy="609600"/>
          </a:xfrm>
          <a:prstGeom prst="rect">
            <a:avLst/>
          </a:prstGeom>
        </p:spPr>
      </p:pic>
      <p:pic>
        <p:nvPicPr>
          <p:cNvPr id="32" name="object 9">
            <a:extLst>
              <a:ext uri="{FF2B5EF4-FFF2-40B4-BE49-F238E27FC236}">
                <a16:creationId xmlns:a16="http://schemas.microsoft.com/office/drawing/2014/main" id="{33460F28-A8EE-C6FC-04EA-245E2297C08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14582" y="4953004"/>
            <a:ext cx="584200" cy="609600"/>
          </a:xfrm>
          <a:prstGeom prst="rect">
            <a:avLst/>
          </a:prstGeom>
        </p:spPr>
      </p:pic>
      <p:pic>
        <p:nvPicPr>
          <p:cNvPr id="33" name="object 9">
            <a:extLst>
              <a:ext uri="{FF2B5EF4-FFF2-40B4-BE49-F238E27FC236}">
                <a16:creationId xmlns:a16="http://schemas.microsoft.com/office/drawing/2014/main" id="{80836373-65DA-310D-326D-F89F6EFFB51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19200" y="5867400"/>
            <a:ext cx="584200" cy="609600"/>
          </a:xfrm>
          <a:prstGeom prst="rect">
            <a:avLst/>
          </a:prstGeom>
        </p:spPr>
      </p:pic>
      <p:pic>
        <p:nvPicPr>
          <p:cNvPr id="34" name="object 9">
            <a:extLst>
              <a:ext uri="{FF2B5EF4-FFF2-40B4-BE49-F238E27FC236}">
                <a16:creationId xmlns:a16="http://schemas.microsoft.com/office/drawing/2014/main" id="{49642F32-B410-E1A8-B43B-774EEB86143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19200" y="6857999"/>
            <a:ext cx="584200" cy="609600"/>
          </a:xfrm>
          <a:prstGeom prst="rect">
            <a:avLst/>
          </a:prstGeom>
        </p:spPr>
      </p:pic>
      <p:pic>
        <p:nvPicPr>
          <p:cNvPr id="35" name="object 9">
            <a:extLst>
              <a:ext uri="{FF2B5EF4-FFF2-40B4-BE49-F238E27FC236}">
                <a16:creationId xmlns:a16="http://schemas.microsoft.com/office/drawing/2014/main" id="{CDD1000A-87D0-459F-9109-92ABFD40F0A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30746" y="7810498"/>
            <a:ext cx="584200" cy="609600"/>
          </a:xfrm>
          <a:prstGeom prst="rect">
            <a:avLst/>
          </a:prstGeom>
        </p:spPr>
      </p:pic>
      <p:sp>
        <p:nvSpPr>
          <p:cNvPr id="36" name="object 11">
            <a:extLst>
              <a:ext uri="{FF2B5EF4-FFF2-40B4-BE49-F238E27FC236}">
                <a16:creationId xmlns:a16="http://schemas.microsoft.com/office/drawing/2014/main" id="{ADB9D645-D83A-4FDC-E11F-372AF93CFCCF}"/>
              </a:ext>
            </a:extLst>
          </p:cNvPr>
          <p:cNvSpPr txBox="1"/>
          <p:nvPr/>
        </p:nvSpPr>
        <p:spPr>
          <a:xfrm>
            <a:off x="6666179" y="4953000"/>
            <a:ext cx="81989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4800" dirty="0"/>
              <a:t>⚠️</a:t>
            </a:r>
            <a:endParaRPr sz="4650" dirty="0">
              <a:latin typeface="Calibri"/>
              <a:cs typeface="Calibri"/>
            </a:endParaRPr>
          </a:p>
        </p:txBody>
      </p:sp>
      <p:sp>
        <p:nvSpPr>
          <p:cNvPr id="39" name="object 11">
            <a:extLst>
              <a:ext uri="{FF2B5EF4-FFF2-40B4-BE49-F238E27FC236}">
                <a16:creationId xmlns:a16="http://schemas.microsoft.com/office/drawing/2014/main" id="{D9948A43-38B2-1705-0717-AA912D120C68}"/>
              </a:ext>
            </a:extLst>
          </p:cNvPr>
          <p:cNvSpPr txBox="1"/>
          <p:nvPr/>
        </p:nvSpPr>
        <p:spPr>
          <a:xfrm>
            <a:off x="9871281" y="3835396"/>
            <a:ext cx="81989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4800" dirty="0"/>
              <a:t>⚠️</a:t>
            </a:r>
            <a:endParaRPr sz="4650" dirty="0">
              <a:latin typeface="Calibri"/>
              <a:cs typeface="Calibri"/>
            </a:endParaRPr>
          </a:p>
        </p:txBody>
      </p:sp>
      <p:sp>
        <p:nvSpPr>
          <p:cNvPr id="41" name="object 11">
            <a:extLst>
              <a:ext uri="{FF2B5EF4-FFF2-40B4-BE49-F238E27FC236}">
                <a16:creationId xmlns:a16="http://schemas.microsoft.com/office/drawing/2014/main" id="{DD11EFC7-E9E3-D869-5879-57F502D8011C}"/>
              </a:ext>
            </a:extLst>
          </p:cNvPr>
          <p:cNvSpPr txBox="1"/>
          <p:nvPr/>
        </p:nvSpPr>
        <p:spPr>
          <a:xfrm>
            <a:off x="6666179" y="2893411"/>
            <a:ext cx="81989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4800" dirty="0"/>
              <a:t>⚠️</a:t>
            </a:r>
            <a:endParaRPr sz="465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31"/>
    </mc:Choice>
    <mc:Fallback xmlns="">
      <p:transition spd="slow" advTm="6423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1">
            <a:extLst>
              <a:ext uri="{FF2B5EF4-FFF2-40B4-BE49-F238E27FC236}">
                <a16:creationId xmlns:a16="http://schemas.microsoft.com/office/drawing/2014/main" id="{2F5A3DAD-4780-A387-6939-BEEB3611453A}"/>
              </a:ext>
            </a:extLst>
          </p:cNvPr>
          <p:cNvSpPr txBox="1">
            <a:spLocks/>
          </p:cNvSpPr>
          <p:nvPr/>
        </p:nvSpPr>
        <p:spPr>
          <a:xfrm>
            <a:off x="1803400" y="1511414"/>
            <a:ext cx="11033833" cy="91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50" b="0" i="0">
                <a:solidFill>
                  <a:srgbClr val="415B74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Model Canvas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E12648-45AA-A952-DB69-4BCE951F2E26}"/>
              </a:ext>
            </a:extLst>
          </p:cNvPr>
          <p:cNvSpPr/>
          <p:nvPr/>
        </p:nvSpPr>
        <p:spPr>
          <a:xfrm>
            <a:off x="1392947" y="1385717"/>
            <a:ext cx="2148359" cy="17983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bg1"/>
                </a:solidFill>
              </a:rPr>
              <a:t>SmartCharge      V1</a:t>
            </a:r>
            <a:endParaRPr lang="fr-FR" sz="2400" dirty="0">
              <a:solidFill>
                <a:schemeClr val="bg1"/>
              </a:solidFill>
            </a:endParaRPr>
          </a:p>
        </p:txBody>
      </p:sp>
      <p:graphicFrame>
        <p:nvGraphicFramePr>
          <p:cNvPr id="194" name="Espace réservé du contenu 4">
            <a:extLst>
              <a:ext uri="{FF2B5EF4-FFF2-40B4-BE49-F238E27FC236}">
                <a16:creationId xmlns:a16="http://schemas.microsoft.com/office/drawing/2014/main" id="{AD2C0A6C-9E4F-E728-5205-EAB0EAF820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1932127"/>
              </p:ext>
            </p:extLst>
          </p:nvPr>
        </p:nvGraphicFramePr>
        <p:xfrm>
          <a:off x="3824874" y="2573446"/>
          <a:ext cx="2094134" cy="4431617"/>
        </p:xfrm>
        <a:graphic>
          <a:graphicData uri="http://schemas.openxmlformats.org/drawingml/2006/table">
            <a:tbl>
              <a:tblPr/>
              <a:tblGrid>
                <a:gridCol w="2094134">
                  <a:extLst>
                    <a:ext uri="{9D8B030D-6E8A-4147-A177-3AD203B41FA5}">
                      <a16:colId xmlns:a16="http://schemas.microsoft.com/office/drawing/2014/main" val="1118418921"/>
                    </a:ext>
                  </a:extLst>
                </a:gridCol>
              </a:tblGrid>
              <a:tr h="4431617">
                <a:tc>
                  <a:txBody>
                    <a:bodyPr/>
                    <a:lstStyle/>
                    <a:p>
                      <a:r>
                        <a:rPr lang="fr-FR" dirty="0"/>
                        <a:t>Partenaire Clés</a:t>
                      </a:r>
                    </a:p>
                    <a:p>
                      <a:endParaRPr lang="fr-FR" sz="12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institut OFPPT </a:t>
                      </a:r>
                      <a:r>
                        <a:rPr lang="fr-FR" sz="1200" dirty="0" err="1"/>
                        <a:t>Temara</a:t>
                      </a:r>
                      <a:endParaRPr lang="fr-FR" sz="12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fournisseur de matériel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1200" dirty="0"/>
                        <a:t>       électronique.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électricien.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1200" b="0" dirty="0"/>
                        <a:t>fournisseur technologie Qi.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maintenance / support technique.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autorisation administrative (direction institut).</a:t>
                      </a:r>
                      <a:br>
                        <a:rPr lang="fr-FR" sz="1200" dirty="0"/>
                      </a:br>
                      <a:endParaRPr lang="fr-FR" sz="1200" dirty="0"/>
                    </a:p>
                    <a:p>
                      <a:endParaRPr lang="fr-FR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045796"/>
                  </a:ext>
                </a:extLst>
              </a:tr>
            </a:tbl>
          </a:graphicData>
        </a:graphic>
      </p:graphicFrame>
      <p:graphicFrame>
        <p:nvGraphicFramePr>
          <p:cNvPr id="195" name="Tableau 194">
            <a:extLst>
              <a:ext uri="{FF2B5EF4-FFF2-40B4-BE49-F238E27FC236}">
                <a16:creationId xmlns:a16="http://schemas.microsoft.com/office/drawing/2014/main" id="{8F3A18DC-0273-FC74-E96D-4D3340998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355156"/>
              </p:ext>
            </p:extLst>
          </p:nvPr>
        </p:nvGraphicFramePr>
        <p:xfrm>
          <a:off x="3824874" y="7008124"/>
          <a:ext cx="5448051" cy="2377440"/>
        </p:xfrm>
        <a:graphic>
          <a:graphicData uri="http://schemas.openxmlformats.org/drawingml/2006/table">
            <a:tbl>
              <a:tblPr/>
              <a:tblGrid>
                <a:gridCol w="5448051">
                  <a:extLst>
                    <a:ext uri="{9D8B030D-6E8A-4147-A177-3AD203B41FA5}">
                      <a16:colId xmlns:a16="http://schemas.microsoft.com/office/drawing/2014/main" val="3139974210"/>
                    </a:ext>
                  </a:extLst>
                </a:gridCol>
              </a:tblGrid>
              <a:tr h="2149642">
                <a:tc>
                  <a:txBody>
                    <a:bodyPr/>
                    <a:lstStyle/>
                    <a:p>
                      <a:r>
                        <a:rPr lang="fr-FR" sz="1800" dirty="0"/>
                        <a:t>Structure des Coûts </a:t>
                      </a:r>
                    </a:p>
                    <a:p>
                      <a:endParaRPr lang="fr-FR" sz="1200" dirty="0"/>
                    </a:p>
                    <a:p>
                      <a:pPr>
                        <a:buFont typeface="Wingdings" panose="05000000000000000000" pitchFamily="2" charset="2"/>
                        <a:buChar char="Ø"/>
                      </a:pPr>
                      <a:r>
                        <a:rPr lang="fr-FR" sz="1200" dirty="0">
                          <a:latin typeface="Bahnschrift SemiBold SemiConden" panose="020B0502040204020203" pitchFamily="34" charset="0"/>
                        </a:rPr>
                        <a:t> </a:t>
                      </a:r>
                      <a:r>
                        <a:rPr lang="fr-FR" sz="1200" dirty="0">
                          <a:solidFill>
                            <a:srgbClr val="002060"/>
                          </a:solidFill>
                          <a:latin typeface="Bahnschrift SemiBold SemiConden" panose="020B0502040204020203" pitchFamily="34" charset="0"/>
                        </a:rPr>
                        <a:t>Les coûts principaux :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matériel électronique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câbles USB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électricité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marketing.</a:t>
                      </a:r>
                    </a:p>
                    <a:p>
                      <a:pPr marL="628650" marR="0" lvl="1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maintenance</a:t>
                      </a:r>
                    </a:p>
                    <a:p>
                      <a:pPr marL="628650" marR="0" lvl="1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consommation électrique mensuelle</a:t>
                      </a:r>
                    </a:p>
                    <a:p>
                      <a:pPr marL="628650" marR="0" lvl="1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marketing digital</a:t>
                      </a:r>
                    </a:p>
                    <a:p>
                      <a:pPr marL="628650" marR="0" lvl="1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réparation</a:t>
                      </a:r>
                    </a:p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endParaRPr lang="fr-FR" sz="12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00456"/>
                  </a:ext>
                </a:extLst>
              </a:tr>
            </a:tbl>
          </a:graphicData>
        </a:graphic>
      </p:graphicFrame>
      <p:cxnSp>
        <p:nvCxnSpPr>
          <p:cNvPr id="196" name="Connecteur droit 195">
            <a:extLst>
              <a:ext uri="{FF2B5EF4-FFF2-40B4-BE49-F238E27FC236}">
                <a16:creationId xmlns:a16="http://schemas.microsoft.com/office/drawing/2014/main" id="{05F0CDC7-8BCD-2F4B-184C-54B3F3E707BD}"/>
              </a:ext>
            </a:extLst>
          </p:cNvPr>
          <p:cNvCxnSpPr>
            <a:cxnSpLocks/>
          </p:cNvCxnSpPr>
          <p:nvPr/>
        </p:nvCxnSpPr>
        <p:spPr>
          <a:xfrm flipV="1">
            <a:off x="8073621" y="2618359"/>
            <a:ext cx="0" cy="3167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 droit 196">
            <a:extLst>
              <a:ext uri="{FF2B5EF4-FFF2-40B4-BE49-F238E27FC236}">
                <a16:creationId xmlns:a16="http://schemas.microsoft.com/office/drawing/2014/main" id="{1C80D395-0C85-FDBF-8594-C67D16B0D03C}"/>
              </a:ext>
            </a:extLst>
          </p:cNvPr>
          <p:cNvCxnSpPr>
            <a:cxnSpLocks/>
          </p:cNvCxnSpPr>
          <p:nvPr/>
        </p:nvCxnSpPr>
        <p:spPr>
          <a:xfrm>
            <a:off x="10407588" y="2573441"/>
            <a:ext cx="0" cy="3212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197">
            <a:extLst>
              <a:ext uri="{FF2B5EF4-FFF2-40B4-BE49-F238E27FC236}">
                <a16:creationId xmlns:a16="http://schemas.microsoft.com/office/drawing/2014/main" id="{28C289A7-0242-4331-0CF2-374A1C3A24EA}"/>
              </a:ext>
            </a:extLst>
          </p:cNvPr>
          <p:cNvCxnSpPr>
            <a:cxnSpLocks/>
          </p:cNvCxnSpPr>
          <p:nvPr/>
        </p:nvCxnSpPr>
        <p:spPr>
          <a:xfrm>
            <a:off x="5927028" y="2573447"/>
            <a:ext cx="0" cy="3212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eur droit 198">
            <a:extLst>
              <a:ext uri="{FF2B5EF4-FFF2-40B4-BE49-F238E27FC236}">
                <a16:creationId xmlns:a16="http://schemas.microsoft.com/office/drawing/2014/main" id="{A0DCD733-EFB0-13B3-1352-A2A0FB949FCA}"/>
              </a:ext>
            </a:extLst>
          </p:cNvPr>
          <p:cNvCxnSpPr>
            <a:cxnSpLocks/>
          </p:cNvCxnSpPr>
          <p:nvPr/>
        </p:nvCxnSpPr>
        <p:spPr>
          <a:xfrm>
            <a:off x="12667371" y="2564410"/>
            <a:ext cx="0" cy="3212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eur droit 201">
            <a:extLst>
              <a:ext uri="{FF2B5EF4-FFF2-40B4-BE49-F238E27FC236}">
                <a16:creationId xmlns:a16="http://schemas.microsoft.com/office/drawing/2014/main" id="{1CC99368-D7FE-4AC1-84BE-9F7BB0AACC21}"/>
              </a:ext>
            </a:extLst>
          </p:cNvPr>
          <p:cNvCxnSpPr>
            <a:cxnSpLocks/>
          </p:cNvCxnSpPr>
          <p:nvPr/>
        </p:nvCxnSpPr>
        <p:spPr>
          <a:xfrm>
            <a:off x="3827919" y="3352800"/>
            <a:ext cx="20991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3" name="Espace réservé du contenu 4">
            <a:extLst>
              <a:ext uri="{FF2B5EF4-FFF2-40B4-BE49-F238E27FC236}">
                <a16:creationId xmlns:a16="http://schemas.microsoft.com/office/drawing/2014/main" id="{A91AEAA4-285B-9CFE-4257-3F18C9AFD5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5855934"/>
              </p:ext>
            </p:extLst>
          </p:nvPr>
        </p:nvGraphicFramePr>
        <p:xfrm>
          <a:off x="5930005" y="2572285"/>
          <a:ext cx="2148359" cy="2651760"/>
        </p:xfrm>
        <a:graphic>
          <a:graphicData uri="http://schemas.openxmlformats.org/drawingml/2006/table">
            <a:tbl>
              <a:tblPr/>
              <a:tblGrid>
                <a:gridCol w="2148359">
                  <a:extLst>
                    <a:ext uri="{9D8B030D-6E8A-4147-A177-3AD203B41FA5}">
                      <a16:colId xmlns:a16="http://schemas.microsoft.com/office/drawing/2014/main" val="1118418921"/>
                    </a:ext>
                  </a:extLst>
                </a:gridCol>
              </a:tblGrid>
              <a:tr h="2592708">
                <a:tc>
                  <a:txBody>
                    <a:bodyPr/>
                    <a:lstStyle/>
                    <a:p>
                      <a:r>
                        <a:rPr lang="fr-FR" sz="1800" dirty="0"/>
                        <a:t>Activités Clés </a:t>
                      </a:r>
                    </a:p>
                    <a:p>
                      <a:endParaRPr lang="fr-FR" sz="1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gestion de la station des téléphones.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promotion.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maintenance de la borne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gestion des paiements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mise à jour logiciel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assistance utilisateurs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fr-FR" sz="1200" dirty="0"/>
                    </a:p>
                    <a:p>
                      <a:endParaRPr lang="fr-FR" sz="1200" dirty="0"/>
                    </a:p>
                    <a:p>
                      <a:endParaRPr lang="fr-FR" sz="12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045796"/>
                  </a:ext>
                </a:extLst>
              </a:tr>
            </a:tbl>
          </a:graphicData>
        </a:graphic>
      </p:graphicFrame>
      <p:cxnSp>
        <p:nvCxnSpPr>
          <p:cNvPr id="204" name="Connecteur droit 203">
            <a:extLst>
              <a:ext uri="{FF2B5EF4-FFF2-40B4-BE49-F238E27FC236}">
                <a16:creationId xmlns:a16="http://schemas.microsoft.com/office/drawing/2014/main" id="{FC031FED-0F54-D9AF-D036-F570254443E3}"/>
              </a:ext>
            </a:extLst>
          </p:cNvPr>
          <p:cNvCxnSpPr>
            <a:cxnSpLocks/>
          </p:cNvCxnSpPr>
          <p:nvPr/>
        </p:nvCxnSpPr>
        <p:spPr>
          <a:xfrm>
            <a:off x="5927028" y="2911109"/>
            <a:ext cx="21287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5" name="Espace réservé du contenu 4">
            <a:extLst>
              <a:ext uri="{FF2B5EF4-FFF2-40B4-BE49-F238E27FC236}">
                <a16:creationId xmlns:a16="http://schemas.microsoft.com/office/drawing/2014/main" id="{D8440052-D139-4C37-CBFA-5BCD2F789E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1861082"/>
              </p:ext>
            </p:extLst>
          </p:nvPr>
        </p:nvGraphicFramePr>
        <p:xfrm>
          <a:off x="5915881" y="4776417"/>
          <a:ext cx="2152768" cy="2237319"/>
        </p:xfrm>
        <a:graphic>
          <a:graphicData uri="http://schemas.openxmlformats.org/drawingml/2006/table">
            <a:tbl>
              <a:tblPr/>
              <a:tblGrid>
                <a:gridCol w="2152768">
                  <a:extLst>
                    <a:ext uri="{9D8B030D-6E8A-4147-A177-3AD203B41FA5}">
                      <a16:colId xmlns:a16="http://schemas.microsoft.com/office/drawing/2014/main" val="1118418921"/>
                    </a:ext>
                  </a:extLst>
                </a:gridCol>
              </a:tblGrid>
              <a:tr h="2237319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fr-FR" sz="1800" dirty="0"/>
                        <a:t>Ressources Clés 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1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Borne de recharge intelligente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Technologie (Recharge sans fil)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dirty="0"/>
                        <a:t>Électricité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dirty="0"/>
                        <a:t>Emplacement : À l’intérieur de l’institut.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dirty="0"/>
                        <a:t>logiciel de gestion.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dirty="0"/>
                        <a:t>système de paiement.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045796"/>
                  </a:ext>
                </a:extLst>
              </a:tr>
            </a:tbl>
          </a:graphicData>
        </a:graphic>
      </p:graphicFrame>
      <p:graphicFrame>
        <p:nvGraphicFramePr>
          <p:cNvPr id="207" name="Espace réservé du contenu 4">
            <a:extLst>
              <a:ext uri="{FF2B5EF4-FFF2-40B4-BE49-F238E27FC236}">
                <a16:creationId xmlns:a16="http://schemas.microsoft.com/office/drawing/2014/main" id="{45791DD0-7E98-826F-1C00-A5A77043F6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9106933"/>
              </p:ext>
            </p:extLst>
          </p:nvPr>
        </p:nvGraphicFramePr>
        <p:xfrm>
          <a:off x="8068652" y="2573440"/>
          <a:ext cx="2347566" cy="4440295"/>
        </p:xfrm>
        <a:graphic>
          <a:graphicData uri="http://schemas.openxmlformats.org/drawingml/2006/table">
            <a:tbl>
              <a:tblPr/>
              <a:tblGrid>
                <a:gridCol w="2347566">
                  <a:extLst>
                    <a:ext uri="{9D8B030D-6E8A-4147-A177-3AD203B41FA5}">
                      <a16:colId xmlns:a16="http://schemas.microsoft.com/office/drawing/2014/main" val="1118418921"/>
                    </a:ext>
                  </a:extLst>
                </a:gridCol>
              </a:tblGrid>
              <a:tr h="4440295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fr-FR" sz="1800" dirty="0"/>
                        <a:t>Propositions de valeur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recharge rapide.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station sécurisée.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facile à utiliser.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recharge sans câble (technologie Qi)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disponible à tout moment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gain de temps pour étudiants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fr-FR" sz="1200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200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2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045796"/>
                  </a:ext>
                </a:extLst>
              </a:tr>
            </a:tbl>
          </a:graphicData>
        </a:graphic>
      </p:graphicFrame>
      <p:cxnSp>
        <p:nvCxnSpPr>
          <p:cNvPr id="208" name="Connecteur droit 207">
            <a:extLst>
              <a:ext uri="{FF2B5EF4-FFF2-40B4-BE49-F238E27FC236}">
                <a16:creationId xmlns:a16="http://schemas.microsoft.com/office/drawing/2014/main" id="{975098C3-C329-58CE-EDD8-F432A51673AE}"/>
              </a:ext>
            </a:extLst>
          </p:cNvPr>
          <p:cNvCxnSpPr>
            <a:cxnSpLocks/>
          </p:cNvCxnSpPr>
          <p:nvPr/>
        </p:nvCxnSpPr>
        <p:spPr>
          <a:xfrm>
            <a:off x="8068649" y="3218449"/>
            <a:ext cx="23438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9" name="Espace réservé du contenu 4">
            <a:extLst>
              <a:ext uri="{FF2B5EF4-FFF2-40B4-BE49-F238E27FC236}">
                <a16:creationId xmlns:a16="http://schemas.microsoft.com/office/drawing/2014/main" id="{DF7F1933-3FCE-DFFB-C8B7-DBBBD8D37D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1573092"/>
              </p:ext>
            </p:extLst>
          </p:nvPr>
        </p:nvGraphicFramePr>
        <p:xfrm>
          <a:off x="10417122" y="2575760"/>
          <a:ext cx="2249342" cy="2151171"/>
        </p:xfrm>
        <a:graphic>
          <a:graphicData uri="http://schemas.openxmlformats.org/drawingml/2006/table">
            <a:tbl>
              <a:tblPr/>
              <a:tblGrid>
                <a:gridCol w="2249342">
                  <a:extLst>
                    <a:ext uri="{9D8B030D-6E8A-4147-A177-3AD203B41FA5}">
                      <a16:colId xmlns:a16="http://schemas.microsoft.com/office/drawing/2014/main" val="1118418921"/>
                    </a:ext>
                  </a:extLst>
                </a:gridCol>
              </a:tblGrid>
              <a:tr h="2151171">
                <a:tc>
                  <a:txBody>
                    <a:bodyPr/>
                    <a:lstStyle/>
                    <a:p>
                      <a:r>
                        <a:rPr lang="fr-FR" sz="1800" dirty="0"/>
                        <a:t>Relations avec les Clients.</a:t>
                      </a:r>
                    </a:p>
                    <a:p>
                      <a:endParaRPr lang="fr-FR" sz="1800" dirty="0"/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dirty="0"/>
                        <a:t>support via WhatsApp.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dirty="0"/>
                        <a:t>assistance sur place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dirty="0"/>
                        <a:t>système d’abonnement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dirty="0"/>
                        <a:t>notifications (si possible)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fr-FR" sz="11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fr-FR" sz="1100" dirty="0"/>
                    </a:p>
                    <a:p>
                      <a:endParaRPr lang="fr-FR" sz="11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045796"/>
                  </a:ext>
                </a:extLst>
              </a:tr>
            </a:tbl>
          </a:graphicData>
        </a:graphic>
      </p:graphicFrame>
      <p:cxnSp>
        <p:nvCxnSpPr>
          <p:cNvPr id="210" name="Connecteur droit 209">
            <a:extLst>
              <a:ext uri="{FF2B5EF4-FFF2-40B4-BE49-F238E27FC236}">
                <a16:creationId xmlns:a16="http://schemas.microsoft.com/office/drawing/2014/main" id="{DFD2380A-D8D5-FB7C-12EF-4EF16C3F8E45}"/>
              </a:ext>
            </a:extLst>
          </p:cNvPr>
          <p:cNvCxnSpPr>
            <a:cxnSpLocks/>
          </p:cNvCxnSpPr>
          <p:nvPr/>
        </p:nvCxnSpPr>
        <p:spPr>
          <a:xfrm>
            <a:off x="10415607" y="3220989"/>
            <a:ext cx="22517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1" name="Espace réservé du contenu 4">
            <a:extLst>
              <a:ext uri="{FF2B5EF4-FFF2-40B4-BE49-F238E27FC236}">
                <a16:creationId xmlns:a16="http://schemas.microsoft.com/office/drawing/2014/main" id="{5A27F850-D3F0-FC3F-888D-ADD93D89D2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523277"/>
              </p:ext>
            </p:extLst>
          </p:nvPr>
        </p:nvGraphicFramePr>
        <p:xfrm>
          <a:off x="10407585" y="4739842"/>
          <a:ext cx="2265485" cy="2290792"/>
        </p:xfrm>
        <a:graphic>
          <a:graphicData uri="http://schemas.openxmlformats.org/drawingml/2006/table">
            <a:tbl>
              <a:tblPr/>
              <a:tblGrid>
                <a:gridCol w="2265485">
                  <a:extLst>
                    <a:ext uri="{9D8B030D-6E8A-4147-A177-3AD203B41FA5}">
                      <a16:colId xmlns:a16="http://schemas.microsoft.com/office/drawing/2014/main" val="1118418921"/>
                    </a:ext>
                  </a:extLst>
                </a:gridCol>
              </a:tblGrid>
              <a:tr h="2290792">
                <a:tc>
                  <a:txBody>
                    <a:bodyPr/>
                    <a:lstStyle/>
                    <a:p>
                      <a:r>
                        <a:rPr lang="fr-FR" sz="1800" dirty="0"/>
                        <a:t>canaux de distribution</a:t>
                      </a:r>
                    </a:p>
                    <a:p>
                      <a:endParaRPr lang="fr-FR" sz="1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affiches dans l’institut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Instagram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WhatsApp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bouche-à-oreille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démonstration sur place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fr-FR" sz="1200" dirty="0"/>
                    </a:p>
                    <a:p>
                      <a:endParaRPr lang="fr-FR" sz="12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045796"/>
                  </a:ext>
                </a:extLst>
              </a:tr>
            </a:tbl>
          </a:graphicData>
        </a:graphic>
      </p:graphicFrame>
      <p:cxnSp>
        <p:nvCxnSpPr>
          <p:cNvPr id="212" name="Connecteur droit 211">
            <a:extLst>
              <a:ext uri="{FF2B5EF4-FFF2-40B4-BE49-F238E27FC236}">
                <a16:creationId xmlns:a16="http://schemas.microsoft.com/office/drawing/2014/main" id="{494B2DB0-D734-E768-B6F3-21587485A27F}"/>
              </a:ext>
            </a:extLst>
          </p:cNvPr>
          <p:cNvCxnSpPr>
            <a:cxnSpLocks/>
          </p:cNvCxnSpPr>
          <p:nvPr/>
        </p:nvCxnSpPr>
        <p:spPr>
          <a:xfrm>
            <a:off x="10421307" y="5334000"/>
            <a:ext cx="22517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212">
            <a:extLst>
              <a:ext uri="{FF2B5EF4-FFF2-40B4-BE49-F238E27FC236}">
                <a16:creationId xmlns:a16="http://schemas.microsoft.com/office/drawing/2014/main" id="{4D4A6DE1-E713-552A-B474-4F75123A3979}"/>
              </a:ext>
            </a:extLst>
          </p:cNvPr>
          <p:cNvCxnSpPr>
            <a:cxnSpLocks/>
          </p:cNvCxnSpPr>
          <p:nvPr/>
        </p:nvCxnSpPr>
        <p:spPr>
          <a:xfrm>
            <a:off x="3821829" y="7450886"/>
            <a:ext cx="42487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4" name="Tableau 213">
            <a:extLst>
              <a:ext uri="{FF2B5EF4-FFF2-40B4-BE49-F238E27FC236}">
                <a16:creationId xmlns:a16="http://schemas.microsoft.com/office/drawing/2014/main" id="{B65F60A8-8D47-7F7C-10D7-B23C49FFF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011919"/>
              </p:ext>
            </p:extLst>
          </p:nvPr>
        </p:nvGraphicFramePr>
        <p:xfrm>
          <a:off x="9267957" y="7013737"/>
          <a:ext cx="5714997" cy="2371827"/>
        </p:xfrm>
        <a:graphic>
          <a:graphicData uri="http://schemas.openxmlformats.org/drawingml/2006/table">
            <a:tbl>
              <a:tblPr/>
              <a:tblGrid>
                <a:gridCol w="5714997">
                  <a:extLst>
                    <a:ext uri="{9D8B030D-6E8A-4147-A177-3AD203B41FA5}">
                      <a16:colId xmlns:a16="http://schemas.microsoft.com/office/drawing/2014/main" val="3139974210"/>
                    </a:ext>
                  </a:extLst>
                </a:gridCol>
              </a:tblGrid>
              <a:tr h="2371827">
                <a:tc>
                  <a:txBody>
                    <a:bodyPr/>
                    <a:lstStyle/>
                    <a:p>
                      <a:r>
                        <a:rPr lang="fr-FR" sz="1800" dirty="0"/>
                        <a:t>Sources de Revenues</a:t>
                      </a:r>
                    </a:p>
                    <a:p>
                      <a:endParaRPr lang="fr-FR" sz="1200" dirty="0"/>
                    </a:p>
                    <a:p>
                      <a:pPr>
                        <a:buFont typeface="Wingdings" panose="05000000000000000000" pitchFamily="2" charset="2"/>
                        <a:buChar char="Ø"/>
                      </a:pPr>
                      <a:r>
                        <a:rPr lang="fr-FR" sz="1200" dirty="0">
                          <a:latin typeface="Bahnschrift SemiBold SemiConden" panose="020B0502040204020203" pitchFamily="34" charset="0"/>
                        </a:rPr>
                        <a:t> </a:t>
                      </a:r>
                      <a:r>
                        <a:rPr lang="fr-FR" sz="1600" dirty="0">
                          <a:solidFill>
                            <a:srgbClr val="002060"/>
                          </a:solidFill>
                          <a:latin typeface="Bahnschrift SemiBold SemiConden" panose="020B0502040204020203" pitchFamily="34" charset="0"/>
                        </a:rPr>
                        <a:t>Exemples de prix :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/>
                        <a:t>2 DH / recharge.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/>
                        <a:t>abonnement mensuel 30 DH.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600" dirty="0"/>
                        <a:t>Publicité sur l’écran de la borne de recharge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00456"/>
                  </a:ext>
                </a:extLst>
              </a:tr>
            </a:tbl>
          </a:graphicData>
        </a:graphic>
      </p:graphicFrame>
      <p:cxnSp>
        <p:nvCxnSpPr>
          <p:cNvPr id="215" name="Connecteur droit 214">
            <a:extLst>
              <a:ext uri="{FF2B5EF4-FFF2-40B4-BE49-F238E27FC236}">
                <a16:creationId xmlns:a16="http://schemas.microsoft.com/office/drawing/2014/main" id="{C5D110AA-8649-1D33-BA68-07A583E41AF4}"/>
              </a:ext>
            </a:extLst>
          </p:cNvPr>
          <p:cNvCxnSpPr>
            <a:cxnSpLocks/>
          </p:cNvCxnSpPr>
          <p:nvPr/>
        </p:nvCxnSpPr>
        <p:spPr>
          <a:xfrm>
            <a:off x="8052777" y="7450886"/>
            <a:ext cx="69215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6" name="Encre 215">
                <a:extLst>
                  <a:ext uri="{FF2B5EF4-FFF2-40B4-BE49-F238E27FC236}">
                    <a16:creationId xmlns:a16="http://schemas.microsoft.com/office/drawing/2014/main" id="{7734BBE0-3602-C996-0B27-A5165E0A3C40}"/>
                  </a:ext>
                </a:extLst>
              </p14:cNvPr>
              <p14:cNvContentPartPr/>
              <p14:nvPr/>
            </p14:nvContentPartPr>
            <p14:xfrm>
              <a:off x="3845060" y="2691518"/>
              <a:ext cx="1971000" cy="720"/>
            </p14:xfrm>
          </p:contentPart>
        </mc:Choice>
        <mc:Fallback xmlns="">
          <p:pic>
            <p:nvPicPr>
              <p:cNvPr id="216" name="Encre 215">
                <a:extLst>
                  <a:ext uri="{FF2B5EF4-FFF2-40B4-BE49-F238E27FC236}">
                    <a16:creationId xmlns:a16="http://schemas.microsoft.com/office/drawing/2014/main" id="{7734BBE0-3602-C996-0B27-A5165E0A3C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1060" y="2475518"/>
                <a:ext cx="20786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7" name="Encre 216">
                <a:extLst>
                  <a:ext uri="{FF2B5EF4-FFF2-40B4-BE49-F238E27FC236}">
                    <a16:creationId xmlns:a16="http://schemas.microsoft.com/office/drawing/2014/main" id="{ED8F3E32-CA26-F653-9EBC-CEB774A1B465}"/>
                  </a:ext>
                </a:extLst>
              </p14:cNvPr>
              <p14:cNvContentPartPr/>
              <p14:nvPr/>
            </p14:nvContentPartPr>
            <p14:xfrm>
              <a:off x="3886473" y="2789539"/>
              <a:ext cx="1974240" cy="720"/>
            </p14:xfrm>
          </p:contentPart>
        </mc:Choice>
        <mc:Fallback xmlns="">
          <p:pic>
            <p:nvPicPr>
              <p:cNvPr id="217" name="Encre 216">
                <a:extLst>
                  <a:ext uri="{FF2B5EF4-FFF2-40B4-BE49-F238E27FC236}">
                    <a16:creationId xmlns:a16="http://schemas.microsoft.com/office/drawing/2014/main" id="{ED8F3E32-CA26-F653-9EBC-CEB774A1B4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2473" y="2573539"/>
                <a:ext cx="2081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8" name="Encre 217">
                <a:extLst>
                  <a:ext uri="{FF2B5EF4-FFF2-40B4-BE49-F238E27FC236}">
                    <a16:creationId xmlns:a16="http://schemas.microsoft.com/office/drawing/2014/main" id="{FCAF6ABC-33C8-39CC-449F-16D7E1483B1D}"/>
                  </a:ext>
                </a:extLst>
              </p14:cNvPr>
              <p14:cNvContentPartPr/>
              <p14:nvPr/>
            </p14:nvContentPartPr>
            <p14:xfrm>
              <a:off x="5993733" y="2670379"/>
              <a:ext cx="1889280" cy="30240"/>
            </p14:xfrm>
          </p:contentPart>
        </mc:Choice>
        <mc:Fallback xmlns="">
          <p:pic>
            <p:nvPicPr>
              <p:cNvPr id="218" name="Encre 217">
                <a:extLst>
                  <a:ext uri="{FF2B5EF4-FFF2-40B4-BE49-F238E27FC236}">
                    <a16:creationId xmlns:a16="http://schemas.microsoft.com/office/drawing/2014/main" id="{FCAF6ABC-33C8-39CC-449F-16D7E1483B1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39743" y="2562379"/>
                <a:ext cx="1996899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9" name="Encre 218">
                <a:extLst>
                  <a:ext uri="{FF2B5EF4-FFF2-40B4-BE49-F238E27FC236}">
                    <a16:creationId xmlns:a16="http://schemas.microsoft.com/office/drawing/2014/main" id="{E0F6DA28-E674-1214-02D1-A6D29CF4CF30}"/>
                  </a:ext>
                </a:extLst>
              </p14:cNvPr>
              <p14:cNvContentPartPr/>
              <p14:nvPr/>
            </p14:nvContentPartPr>
            <p14:xfrm>
              <a:off x="7673043" y="2684779"/>
              <a:ext cx="344880" cy="127080"/>
            </p14:xfrm>
          </p:contentPart>
        </mc:Choice>
        <mc:Fallback xmlns="">
          <p:pic>
            <p:nvPicPr>
              <p:cNvPr id="219" name="Encre 218">
                <a:extLst>
                  <a:ext uri="{FF2B5EF4-FFF2-40B4-BE49-F238E27FC236}">
                    <a16:creationId xmlns:a16="http://schemas.microsoft.com/office/drawing/2014/main" id="{E0F6DA28-E674-1214-02D1-A6D29CF4CF3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19043" y="2576779"/>
                <a:ext cx="45252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0" name="Encre 219">
                <a:extLst>
                  <a:ext uri="{FF2B5EF4-FFF2-40B4-BE49-F238E27FC236}">
                    <a16:creationId xmlns:a16="http://schemas.microsoft.com/office/drawing/2014/main" id="{1F073F28-312F-B359-0881-4B08898E8F38}"/>
                  </a:ext>
                </a:extLst>
              </p14:cNvPr>
              <p14:cNvContentPartPr/>
              <p14:nvPr/>
            </p14:nvContentPartPr>
            <p14:xfrm>
              <a:off x="6008403" y="2787739"/>
              <a:ext cx="1570320" cy="3960"/>
            </p14:xfrm>
          </p:contentPart>
        </mc:Choice>
        <mc:Fallback xmlns="">
          <p:pic>
            <p:nvPicPr>
              <p:cNvPr id="220" name="Encre 219">
                <a:extLst>
                  <a:ext uri="{FF2B5EF4-FFF2-40B4-BE49-F238E27FC236}">
                    <a16:creationId xmlns:a16="http://schemas.microsoft.com/office/drawing/2014/main" id="{1F073F28-312F-B359-0881-4B08898E8F3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54403" y="2688739"/>
                <a:ext cx="1677960" cy="201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1" name="Encre 220">
                <a:extLst>
                  <a:ext uri="{FF2B5EF4-FFF2-40B4-BE49-F238E27FC236}">
                    <a16:creationId xmlns:a16="http://schemas.microsoft.com/office/drawing/2014/main" id="{8E7D7987-0147-CA94-7652-CC8C87085C20}"/>
                  </a:ext>
                </a:extLst>
              </p14:cNvPr>
              <p14:cNvContentPartPr/>
              <p14:nvPr/>
            </p14:nvContentPartPr>
            <p14:xfrm>
              <a:off x="5997243" y="2783779"/>
              <a:ext cx="360" cy="360"/>
            </p14:xfrm>
          </p:contentPart>
        </mc:Choice>
        <mc:Fallback xmlns="">
          <p:pic>
            <p:nvPicPr>
              <p:cNvPr id="221" name="Encre 220">
                <a:extLst>
                  <a:ext uri="{FF2B5EF4-FFF2-40B4-BE49-F238E27FC236}">
                    <a16:creationId xmlns:a16="http://schemas.microsoft.com/office/drawing/2014/main" id="{8E7D7987-0147-CA94-7652-CC8C87085C2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43243" y="267577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2" name="Encre 221">
                <a:extLst>
                  <a:ext uri="{FF2B5EF4-FFF2-40B4-BE49-F238E27FC236}">
                    <a16:creationId xmlns:a16="http://schemas.microsoft.com/office/drawing/2014/main" id="{2D5F52F0-38AD-A91C-3BF9-D9765DAC3F00}"/>
                  </a:ext>
                </a:extLst>
              </p14:cNvPr>
              <p14:cNvContentPartPr/>
              <p14:nvPr/>
            </p14:nvContentPartPr>
            <p14:xfrm>
              <a:off x="6132243" y="2688739"/>
              <a:ext cx="1659600" cy="720"/>
            </p14:xfrm>
          </p:contentPart>
        </mc:Choice>
        <mc:Fallback xmlns="">
          <p:pic>
            <p:nvPicPr>
              <p:cNvPr id="222" name="Encre 221">
                <a:extLst>
                  <a:ext uri="{FF2B5EF4-FFF2-40B4-BE49-F238E27FC236}">
                    <a16:creationId xmlns:a16="http://schemas.microsoft.com/office/drawing/2014/main" id="{2D5F52F0-38AD-A91C-3BF9-D9765DAC3F0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078231" y="2472739"/>
                <a:ext cx="1767263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3" name="Encre 222">
                <a:extLst>
                  <a:ext uri="{FF2B5EF4-FFF2-40B4-BE49-F238E27FC236}">
                    <a16:creationId xmlns:a16="http://schemas.microsoft.com/office/drawing/2014/main" id="{CBDDF708-D45D-E78A-4207-766B6541FEA9}"/>
                  </a:ext>
                </a:extLst>
              </p14:cNvPr>
              <p14:cNvContentPartPr/>
              <p14:nvPr/>
            </p14:nvContentPartPr>
            <p14:xfrm>
              <a:off x="7790403" y="2679019"/>
              <a:ext cx="135360" cy="25920"/>
            </p14:xfrm>
          </p:contentPart>
        </mc:Choice>
        <mc:Fallback xmlns="">
          <p:pic>
            <p:nvPicPr>
              <p:cNvPr id="223" name="Encre 222">
                <a:extLst>
                  <a:ext uri="{FF2B5EF4-FFF2-40B4-BE49-F238E27FC236}">
                    <a16:creationId xmlns:a16="http://schemas.microsoft.com/office/drawing/2014/main" id="{CBDDF708-D45D-E78A-4207-766B6541FEA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736403" y="2571019"/>
                <a:ext cx="24300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4" name="Encre 223">
                <a:extLst>
                  <a:ext uri="{FF2B5EF4-FFF2-40B4-BE49-F238E27FC236}">
                    <a16:creationId xmlns:a16="http://schemas.microsoft.com/office/drawing/2014/main" id="{E2E0FA4A-7EF4-8B14-F56D-BACD0467B3F5}"/>
                  </a:ext>
                </a:extLst>
              </p14:cNvPr>
              <p14:cNvContentPartPr/>
              <p14:nvPr/>
            </p14:nvContentPartPr>
            <p14:xfrm>
              <a:off x="5770803" y="2675779"/>
              <a:ext cx="322200" cy="121680"/>
            </p14:xfrm>
          </p:contentPart>
        </mc:Choice>
        <mc:Fallback xmlns="">
          <p:pic>
            <p:nvPicPr>
              <p:cNvPr id="224" name="Encre 223">
                <a:extLst>
                  <a:ext uri="{FF2B5EF4-FFF2-40B4-BE49-F238E27FC236}">
                    <a16:creationId xmlns:a16="http://schemas.microsoft.com/office/drawing/2014/main" id="{E2E0FA4A-7EF4-8B14-F56D-BACD0467B3F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16863" y="2567779"/>
                <a:ext cx="42972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5" name="Encre 224">
                <a:extLst>
                  <a:ext uri="{FF2B5EF4-FFF2-40B4-BE49-F238E27FC236}">
                    <a16:creationId xmlns:a16="http://schemas.microsoft.com/office/drawing/2014/main" id="{C8E963CF-5396-1ADB-8459-A12525635AEB}"/>
                  </a:ext>
                </a:extLst>
              </p14:cNvPr>
              <p14:cNvContentPartPr/>
              <p14:nvPr/>
            </p14:nvContentPartPr>
            <p14:xfrm>
              <a:off x="8130963" y="2690539"/>
              <a:ext cx="1921680" cy="263160"/>
            </p14:xfrm>
          </p:contentPart>
        </mc:Choice>
        <mc:Fallback xmlns="">
          <p:pic>
            <p:nvPicPr>
              <p:cNvPr id="225" name="Encre 224">
                <a:extLst>
                  <a:ext uri="{FF2B5EF4-FFF2-40B4-BE49-F238E27FC236}">
                    <a16:creationId xmlns:a16="http://schemas.microsoft.com/office/drawing/2014/main" id="{C8E963CF-5396-1ADB-8459-A12525635AE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076963" y="2582391"/>
                <a:ext cx="2029320" cy="4790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26" name="Encre 225">
                <a:extLst>
                  <a:ext uri="{FF2B5EF4-FFF2-40B4-BE49-F238E27FC236}">
                    <a16:creationId xmlns:a16="http://schemas.microsoft.com/office/drawing/2014/main" id="{41266632-C1D1-0B4D-5E7E-AE777ADE9C4E}"/>
                  </a:ext>
                </a:extLst>
              </p14:cNvPr>
              <p14:cNvContentPartPr/>
              <p14:nvPr/>
            </p14:nvContentPartPr>
            <p14:xfrm>
              <a:off x="8348043" y="2690539"/>
              <a:ext cx="2000160" cy="720"/>
            </p14:xfrm>
          </p:contentPart>
        </mc:Choice>
        <mc:Fallback xmlns="">
          <p:pic>
            <p:nvPicPr>
              <p:cNvPr id="226" name="Encre 225">
                <a:extLst>
                  <a:ext uri="{FF2B5EF4-FFF2-40B4-BE49-F238E27FC236}">
                    <a16:creationId xmlns:a16="http://schemas.microsoft.com/office/drawing/2014/main" id="{41266632-C1D1-0B4D-5E7E-AE777ADE9C4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94043" y="2474539"/>
                <a:ext cx="21078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27" name="Encre 226">
                <a:extLst>
                  <a:ext uri="{FF2B5EF4-FFF2-40B4-BE49-F238E27FC236}">
                    <a16:creationId xmlns:a16="http://schemas.microsoft.com/office/drawing/2014/main" id="{316C8224-2508-66D5-FF18-804AC99D1F8A}"/>
                  </a:ext>
                </a:extLst>
              </p14:cNvPr>
              <p14:cNvContentPartPr/>
              <p14:nvPr/>
            </p14:nvContentPartPr>
            <p14:xfrm>
              <a:off x="9768963" y="2857939"/>
              <a:ext cx="575640" cy="32760"/>
            </p14:xfrm>
          </p:contentPart>
        </mc:Choice>
        <mc:Fallback xmlns="">
          <p:pic>
            <p:nvPicPr>
              <p:cNvPr id="227" name="Encre 226">
                <a:extLst>
                  <a:ext uri="{FF2B5EF4-FFF2-40B4-BE49-F238E27FC236}">
                    <a16:creationId xmlns:a16="http://schemas.microsoft.com/office/drawing/2014/main" id="{316C8224-2508-66D5-FF18-804AC99D1F8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714963" y="2749939"/>
                <a:ext cx="68328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8" name="Encre 227">
                <a:extLst>
                  <a:ext uri="{FF2B5EF4-FFF2-40B4-BE49-F238E27FC236}">
                    <a16:creationId xmlns:a16="http://schemas.microsoft.com/office/drawing/2014/main" id="{F043DC64-05B8-04AB-F3E6-BE82BBB78E8E}"/>
                  </a:ext>
                </a:extLst>
              </p14:cNvPr>
              <p14:cNvContentPartPr/>
              <p14:nvPr/>
            </p14:nvContentPartPr>
            <p14:xfrm>
              <a:off x="8224203" y="2982139"/>
              <a:ext cx="2118600" cy="114480"/>
            </p14:xfrm>
          </p:contentPart>
        </mc:Choice>
        <mc:Fallback xmlns="">
          <p:pic>
            <p:nvPicPr>
              <p:cNvPr id="228" name="Encre 227">
                <a:extLst>
                  <a:ext uri="{FF2B5EF4-FFF2-40B4-BE49-F238E27FC236}">
                    <a16:creationId xmlns:a16="http://schemas.microsoft.com/office/drawing/2014/main" id="{F043DC64-05B8-04AB-F3E6-BE82BBB78E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170203" y="2874139"/>
                <a:ext cx="222624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9" name="Encre 228">
                <a:extLst>
                  <a:ext uri="{FF2B5EF4-FFF2-40B4-BE49-F238E27FC236}">
                    <a16:creationId xmlns:a16="http://schemas.microsoft.com/office/drawing/2014/main" id="{1687376B-95A6-4235-9DE5-343A5D64F388}"/>
                  </a:ext>
                </a:extLst>
              </p14:cNvPr>
              <p14:cNvContentPartPr/>
              <p14:nvPr/>
            </p14:nvContentPartPr>
            <p14:xfrm>
              <a:off x="8133843" y="2869459"/>
              <a:ext cx="309960" cy="4320"/>
            </p14:xfrm>
          </p:contentPart>
        </mc:Choice>
        <mc:Fallback xmlns="">
          <p:pic>
            <p:nvPicPr>
              <p:cNvPr id="229" name="Encre 228">
                <a:extLst>
                  <a:ext uri="{FF2B5EF4-FFF2-40B4-BE49-F238E27FC236}">
                    <a16:creationId xmlns:a16="http://schemas.microsoft.com/office/drawing/2014/main" id="{1687376B-95A6-4235-9DE5-343A5D64F38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079843" y="2761459"/>
                <a:ext cx="4176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0" name="Encre 229">
                <a:extLst>
                  <a:ext uri="{FF2B5EF4-FFF2-40B4-BE49-F238E27FC236}">
                    <a16:creationId xmlns:a16="http://schemas.microsoft.com/office/drawing/2014/main" id="{6830BAB4-5CDD-E6CA-9BD3-E0623EBD7518}"/>
                  </a:ext>
                </a:extLst>
              </p14:cNvPr>
              <p14:cNvContentPartPr/>
              <p14:nvPr/>
            </p14:nvContentPartPr>
            <p14:xfrm>
              <a:off x="8134563" y="3100219"/>
              <a:ext cx="1343520" cy="720"/>
            </p14:xfrm>
          </p:contentPart>
        </mc:Choice>
        <mc:Fallback xmlns="">
          <p:pic>
            <p:nvPicPr>
              <p:cNvPr id="230" name="Encre 229">
                <a:extLst>
                  <a:ext uri="{FF2B5EF4-FFF2-40B4-BE49-F238E27FC236}">
                    <a16:creationId xmlns:a16="http://schemas.microsoft.com/office/drawing/2014/main" id="{6830BAB4-5CDD-E6CA-9BD3-E0623EBD751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080563" y="2884219"/>
                <a:ext cx="14511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1" name="Encre 230">
                <a:extLst>
                  <a:ext uri="{FF2B5EF4-FFF2-40B4-BE49-F238E27FC236}">
                    <a16:creationId xmlns:a16="http://schemas.microsoft.com/office/drawing/2014/main" id="{C9D6B851-7996-1B4E-C1FC-95C63D996031}"/>
                  </a:ext>
                </a:extLst>
              </p14:cNvPr>
              <p14:cNvContentPartPr/>
              <p14:nvPr/>
            </p14:nvContentPartPr>
            <p14:xfrm>
              <a:off x="9485283" y="3096259"/>
              <a:ext cx="693720" cy="4320"/>
            </p14:xfrm>
          </p:contentPart>
        </mc:Choice>
        <mc:Fallback xmlns="">
          <p:pic>
            <p:nvPicPr>
              <p:cNvPr id="231" name="Encre 230">
                <a:extLst>
                  <a:ext uri="{FF2B5EF4-FFF2-40B4-BE49-F238E27FC236}">
                    <a16:creationId xmlns:a16="http://schemas.microsoft.com/office/drawing/2014/main" id="{C9D6B851-7996-1B4E-C1FC-95C63D99603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431283" y="2988259"/>
                <a:ext cx="80136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2" name="Encre 231">
                <a:extLst>
                  <a:ext uri="{FF2B5EF4-FFF2-40B4-BE49-F238E27FC236}">
                    <a16:creationId xmlns:a16="http://schemas.microsoft.com/office/drawing/2014/main" id="{63610FEE-75F8-ACF9-0780-3CFACA41777E}"/>
                  </a:ext>
                </a:extLst>
              </p14:cNvPr>
              <p14:cNvContentPartPr/>
              <p14:nvPr/>
            </p14:nvContentPartPr>
            <p14:xfrm>
              <a:off x="8130963" y="2955139"/>
              <a:ext cx="255600" cy="360"/>
            </p14:xfrm>
          </p:contentPart>
        </mc:Choice>
        <mc:Fallback xmlns="">
          <p:pic>
            <p:nvPicPr>
              <p:cNvPr id="232" name="Encre 231">
                <a:extLst>
                  <a:ext uri="{FF2B5EF4-FFF2-40B4-BE49-F238E27FC236}">
                    <a16:creationId xmlns:a16="http://schemas.microsoft.com/office/drawing/2014/main" id="{63610FEE-75F8-ACF9-0780-3CFACA41777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076963" y="2847139"/>
                <a:ext cx="363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3" name="Encre 232">
                <a:extLst>
                  <a:ext uri="{FF2B5EF4-FFF2-40B4-BE49-F238E27FC236}">
                    <a16:creationId xmlns:a16="http://schemas.microsoft.com/office/drawing/2014/main" id="{022C7B9E-3054-CCF1-5030-C1F6CBE5569B}"/>
                  </a:ext>
                </a:extLst>
              </p14:cNvPr>
              <p14:cNvContentPartPr/>
              <p14:nvPr/>
            </p14:nvContentPartPr>
            <p14:xfrm>
              <a:off x="7978683" y="2688739"/>
              <a:ext cx="360360" cy="9720"/>
            </p14:xfrm>
          </p:contentPart>
        </mc:Choice>
        <mc:Fallback xmlns="">
          <p:pic>
            <p:nvPicPr>
              <p:cNvPr id="233" name="Encre 232">
                <a:extLst>
                  <a:ext uri="{FF2B5EF4-FFF2-40B4-BE49-F238E27FC236}">
                    <a16:creationId xmlns:a16="http://schemas.microsoft.com/office/drawing/2014/main" id="{022C7B9E-3054-CCF1-5030-C1F6CBE5569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924629" y="2584596"/>
                <a:ext cx="468108" cy="2176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4" name="Encre 233">
                <a:extLst>
                  <a:ext uri="{FF2B5EF4-FFF2-40B4-BE49-F238E27FC236}">
                    <a16:creationId xmlns:a16="http://schemas.microsoft.com/office/drawing/2014/main" id="{BDC82584-AABA-DFD0-289A-1FEE73F66A93}"/>
                  </a:ext>
                </a:extLst>
              </p14:cNvPr>
              <p14:cNvContentPartPr/>
              <p14:nvPr/>
            </p14:nvContentPartPr>
            <p14:xfrm>
              <a:off x="5971323" y="4872604"/>
              <a:ext cx="1981440" cy="25560"/>
            </p14:xfrm>
          </p:contentPart>
        </mc:Choice>
        <mc:Fallback xmlns="">
          <p:pic>
            <p:nvPicPr>
              <p:cNvPr id="234" name="Encre 233">
                <a:extLst>
                  <a:ext uri="{FF2B5EF4-FFF2-40B4-BE49-F238E27FC236}">
                    <a16:creationId xmlns:a16="http://schemas.microsoft.com/office/drawing/2014/main" id="{BDC82584-AABA-DFD0-289A-1FEE73F66A9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917323" y="4763061"/>
                <a:ext cx="2089080" cy="2442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5" name="Encre 234">
                <a:extLst>
                  <a:ext uri="{FF2B5EF4-FFF2-40B4-BE49-F238E27FC236}">
                    <a16:creationId xmlns:a16="http://schemas.microsoft.com/office/drawing/2014/main" id="{DA07604F-3CAA-3DD0-D6D2-8FC9D1D49CE9}"/>
                  </a:ext>
                </a:extLst>
              </p14:cNvPr>
              <p14:cNvContentPartPr/>
              <p14:nvPr/>
            </p14:nvContentPartPr>
            <p14:xfrm>
              <a:off x="6318373" y="4872604"/>
              <a:ext cx="1651680" cy="3960"/>
            </p14:xfrm>
          </p:contentPart>
        </mc:Choice>
        <mc:Fallback xmlns="">
          <p:pic>
            <p:nvPicPr>
              <p:cNvPr id="235" name="Encre 234">
                <a:extLst>
                  <a:ext uri="{FF2B5EF4-FFF2-40B4-BE49-F238E27FC236}">
                    <a16:creationId xmlns:a16="http://schemas.microsoft.com/office/drawing/2014/main" id="{DA07604F-3CAA-3DD0-D6D2-8FC9D1D49CE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64373" y="4773604"/>
                <a:ext cx="1759320" cy="201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36" name="Encre 235">
                <a:extLst>
                  <a:ext uri="{FF2B5EF4-FFF2-40B4-BE49-F238E27FC236}">
                    <a16:creationId xmlns:a16="http://schemas.microsoft.com/office/drawing/2014/main" id="{53829BB0-865C-C97A-842C-7F3CF5409DA7}"/>
                  </a:ext>
                </a:extLst>
              </p14:cNvPr>
              <p14:cNvContentPartPr/>
              <p14:nvPr/>
            </p14:nvContentPartPr>
            <p14:xfrm>
              <a:off x="6512251" y="4947243"/>
              <a:ext cx="360" cy="360"/>
            </p14:xfrm>
          </p:contentPart>
        </mc:Choice>
        <mc:Fallback xmlns="">
          <p:pic>
            <p:nvPicPr>
              <p:cNvPr id="236" name="Encre 235">
                <a:extLst>
                  <a:ext uri="{FF2B5EF4-FFF2-40B4-BE49-F238E27FC236}">
                    <a16:creationId xmlns:a16="http://schemas.microsoft.com/office/drawing/2014/main" id="{53829BB0-865C-C97A-842C-7F3CF5409DA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58251" y="483924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7" name="Encre 236">
                <a:extLst>
                  <a:ext uri="{FF2B5EF4-FFF2-40B4-BE49-F238E27FC236}">
                    <a16:creationId xmlns:a16="http://schemas.microsoft.com/office/drawing/2014/main" id="{4F885C9C-0FA0-E541-508A-034AF512BDF7}"/>
                  </a:ext>
                </a:extLst>
              </p14:cNvPr>
              <p14:cNvContentPartPr/>
              <p14:nvPr/>
            </p14:nvContentPartPr>
            <p14:xfrm>
              <a:off x="5947619" y="5098707"/>
              <a:ext cx="2063520" cy="9720"/>
            </p14:xfrm>
          </p:contentPart>
        </mc:Choice>
        <mc:Fallback xmlns="">
          <p:pic>
            <p:nvPicPr>
              <p:cNvPr id="237" name="Encre 236">
                <a:extLst>
                  <a:ext uri="{FF2B5EF4-FFF2-40B4-BE49-F238E27FC236}">
                    <a16:creationId xmlns:a16="http://schemas.microsoft.com/office/drawing/2014/main" id="{4F885C9C-0FA0-E541-508A-034AF512BDF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893619" y="4990707"/>
                <a:ext cx="217116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38" name="Encre 237">
                <a:extLst>
                  <a:ext uri="{FF2B5EF4-FFF2-40B4-BE49-F238E27FC236}">
                    <a16:creationId xmlns:a16="http://schemas.microsoft.com/office/drawing/2014/main" id="{76CE821C-3F5E-8A1E-12C9-8B5070C303D1}"/>
                  </a:ext>
                </a:extLst>
              </p14:cNvPr>
              <p14:cNvContentPartPr/>
              <p14:nvPr/>
            </p14:nvContentPartPr>
            <p14:xfrm>
              <a:off x="3889323" y="7130666"/>
              <a:ext cx="8344440" cy="720"/>
            </p14:xfrm>
          </p:contentPart>
        </mc:Choice>
        <mc:Fallback xmlns="">
          <p:pic>
            <p:nvPicPr>
              <p:cNvPr id="238" name="Encre 237">
                <a:extLst>
                  <a:ext uri="{FF2B5EF4-FFF2-40B4-BE49-F238E27FC236}">
                    <a16:creationId xmlns:a16="http://schemas.microsoft.com/office/drawing/2014/main" id="{76CE821C-3F5E-8A1E-12C9-8B5070C303D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835323" y="6914666"/>
                <a:ext cx="84520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39" name="Encre 238">
                <a:extLst>
                  <a:ext uri="{FF2B5EF4-FFF2-40B4-BE49-F238E27FC236}">
                    <a16:creationId xmlns:a16="http://schemas.microsoft.com/office/drawing/2014/main" id="{0A3F03C9-887E-8FEA-C3E0-BE68DB7E2D5A}"/>
                  </a:ext>
                </a:extLst>
              </p14:cNvPr>
              <p14:cNvContentPartPr/>
              <p14:nvPr/>
            </p14:nvContentPartPr>
            <p14:xfrm>
              <a:off x="3881403" y="7321106"/>
              <a:ext cx="8359560" cy="15480"/>
            </p14:xfrm>
          </p:contentPart>
        </mc:Choice>
        <mc:Fallback xmlns="">
          <p:pic>
            <p:nvPicPr>
              <p:cNvPr id="239" name="Encre 238">
                <a:extLst>
                  <a:ext uri="{FF2B5EF4-FFF2-40B4-BE49-F238E27FC236}">
                    <a16:creationId xmlns:a16="http://schemas.microsoft.com/office/drawing/2014/main" id="{0A3F03C9-887E-8FEA-C3E0-BE68DB7E2D5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827403" y="7210535"/>
                <a:ext cx="8467200" cy="236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40" name="Encre 239">
                <a:extLst>
                  <a:ext uri="{FF2B5EF4-FFF2-40B4-BE49-F238E27FC236}">
                    <a16:creationId xmlns:a16="http://schemas.microsoft.com/office/drawing/2014/main" id="{DF8A1BD5-87E0-7137-32AD-D82906BDF986}"/>
                  </a:ext>
                </a:extLst>
              </p14:cNvPr>
              <p14:cNvContentPartPr/>
              <p14:nvPr/>
            </p14:nvContentPartPr>
            <p14:xfrm>
              <a:off x="8500443" y="2842939"/>
              <a:ext cx="2000160" cy="720"/>
            </p14:xfrm>
          </p:contentPart>
        </mc:Choice>
        <mc:Fallback xmlns="">
          <p:pic>
            <p:nvPicPr>
              <p:cNvPr id="240" name="Encre 239">
                <a:extLst>
                  <a:ext uri="{FF2B5EF4-FFF2-40B4-BE49-F238E27FC236}">
                    <a16:creationId xmlns:a16="http://schemas.microsoft.com/office/drawing/2014/main" id="{DF8A1BD5-87E0-7137-32AD-D82906BDF98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446443" y="2626939"/>
                <a:ext cx="2107800" cy="432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41" name="Espace réservé du contenu 4">
            <a:extLst>
              <a:ext uri="{FF2B5EF4-FFF2-40B4-BE49-F238E27FC236}">
                <a16:creationId xmlns:a16="http://schemas.microsoft.com/office/drawing/2014/main" id="{DE237F7B-11B9-0388-573A-BD8EF3B153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3038776"/>
              </p:ext>
            </p:extLst>
          </p:nvPr>
        </p:nvGraphicFramePr>
        <p:xfrm>
          <a:off x="12667371" y="2573440"/>
          <a:ext cx="2309987" cy="4427388"/>
        </p:xfrm>
        <a:graphic>
          <a:graphicData uri="http://schemas.openxmlformats.org/drawingml/2006/table">
            <a:tbl>
              <a:tblPr/>
              <a:tblGrid>
                <a:gridCol w="2309987">
                  <a:extLst>
                    <a:ext uri="{9D8B030D-6E8A-4147-A177-3AD203B41FA5}">
                      <a16:colId xmlns:a16="http://schemas.microsoft.com/office/drawing/2014/main" val="1118418921"/>
                    </a:ext>
                  </a:extLst>
                </a:gridCol>
              </a:tblGrid>
              <a:tr h="4427388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fr-FR" sz="1800" dirty="0"/>
                        <a:t>Segments de Clientèles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800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800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8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Étudiants ISTA Temera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/>
                        <a:t>Formateurs </a:t>
                      </a:r>
                    </a:p>
                    <a:p>
                      <a:pPr marL="171450" marR="0" lvl="0" indent="-171450" algn="l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dirty="0"/>
                        <a:t>personnel administratif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fr-FR" sz="120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fr-FR" sz="1200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200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2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045796"/>
                  </a:ext>
                </a:extLst>
              </a:tr>
            </a:tbl>
          </a:graphicData>
        </a:graphic>
      </p:graphicFrame>
      <p:cxnSp>
        <p:nvCxnSpPr>
          <p:cNvPr id="242" name="Connecteur droit 241">
            <a:extLst>
              <a:ext uri="{FF2B5EF4-FFF2-40B4-BE49-F238E27FC236}">
                <a16:creationId xmlns:a16="http://schemas.microsoft.com/office/drawing/2014/main" id="{2A17F88C-08A4-713F-1226-798E7BC18A67}"/>
              </a:ext>
            </a:extLst>
          </p:cNvPr>
          <p:cNvCxnSpPr>
            <a:cxnSpLocks/>
          </p:cNvCxnSpPr>
          <p:nvPr/>
        </p:nvCxnSpPr>
        <p:spPr>
          <a:xfrm>
            <a:off x="12312587" y="3218449"/>
            <a:ext cx="26734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43" name="Encre 242">
                <a:extLst>
                  <a:ext uri="{FF2B5EF4-FFF2-40B4-BE49-F238E27FC236}">
                    <a16:creationId xmlns:a16="http://schemas.microsoft.com/office/drawing/2014/main" id="{BA53F650-1E00-57AC-E1A7-B26198EFB98A}"/>
                  </a:ext>
                </a:extLst>
              </p14:cNvPr>
              <p14:cNvContentPartPr/>
              <p14:nvPr/>
            </p14:nvContentPartPr>
            <p14:xfrm>
              <a:off x="12302659" y="7117547"/>
              <a:ext cx="2030400" cy="21240"/>
            </p14:xfrm>
          </p:contentPart>
        </mc:Choice>
        <mc:Fallback xmlns="">
          <p:pic>
            <p:nvPicPr>
              <p:cNvPr id="243" name="Encre 242">
                <a:extLst>
                  <a:ext uri="{FF2B5EF4-FFF2-40B4-BE49-F238E27FC236}">
                    <a16:creationId xmlns:a16="http://schemas.microsoft.com/office/drawing/2014/main" id="{BA53F650-1E00-57AC-E1A7-B26198EFB98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2248659" y="7011347"/>
                <a:ext cx="2138040" cy="2332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44" name="Encre 243">
                <a:extLst>
                  <a:ext uri="{FF2B5EF4-FFF2-40B4-BE49-F238E27FC236}">
                    <a16:creationId xmlns:a16="http://schemas.microsoft.com/office/drawing/2014/main" id="{C288218D-F68E-6691-0F22-E260E5E3B4FF}"/>
                  </a:ext>
                </a:extLst>
              </p14:cNvPr>
              <p14:cNvContentPartPr/>
              <p14:nvPr/>
            </p14:nvContentPartPr>
            <p14:xfrm>
              <a:off x="12323539" y="7248587"/>
              <a:ext cx="1951920" cy="63000"/>
            </p14:xfrm>
          </p:contentPart>
        </mc:Choice>
        <mc:Fallback xmlns="">
          <p:pic>
            <p:nvPicPr>
              <p:cNvPr id="244" name="Encre 243">
                <a:extLst>
                  <a:ext uri="{FF2B5EF4-FFF2-40B4-BE49-F238E27FC236}">
                    <a16:creationId xmlns:a16="http://schemas.microsoft.com/office/drawing/2014/main" id="{C288218D-F68E-6691-0F22-E260E5E3B4F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2269539" y="7139966"/>
                <a:ext cx="2059560" cy="2798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56" name="Encre 255">
                <a:extLst>
                  <a:ext uri="{FF2B5EF4-FFF2-40B4-BE49-F238E27FC236}">
                    <a16:creationId xmlns:a16="http://schemas.microsoft.com/office/drawing/2014/main" id="{6013C37F-EA07-3AB2-CA56-CE87A7C1B399}"/>
                  </a:ext>
                </a:extLst>
              </p14:cNvPr>
              <p14:cNvContentPartPr/>
              <p14:nvPr/>
            </p14:nvContentPartPr>
            <p14:xfrm>
              <a:off x="10471010" y="2673569"/>
              <a:ext cx="1786320" cy="423000"/>
            </p14:xfrm>
          </p:contentPart>
        </mc:Choice>
        <mc:Fallback xmlns="">
          <p:pic>
            <p:nvPicPr>
              <p:cNvPr id="256" name="Encre 255">
                <a:extLst>
                  <a:ext uri="{FF2B5EF4-FFF2-40B4-BE49-F238E27FC236}">
                    <a16:creationId xmlns:a16="http://schemas.microsoft.com/office/drawing/2014/main" id="{6013C37F-EA07-3AB2-CA56-CE87A7C1B39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417010" y="2565569"/>
                <a:ext cx="189396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57" name="Encre 256">
                <a:extLst>
                  <a:ext uri="{FF2B5EF4-FFF2-40B4-BE49-F238E27FC236}">
                    <a16:creationId xmlns:a16="http://schemas.microsoft.com/office/drawing/2014/main" id="{1F734D02-E5F1-29B8-6D0D-13C3061B4107}"/>
                  </a:ext>
                </a:extLst>
              </p14:cNvPr>
              <p14:cNvContentPartPr/>
              <p14:nvPr/>
            </p14:nvContentPartPr>
            <p14:xfrm>
              <a:off x="11107167" y="3118998"/>
              <a:ext cx="1133280" cy="10440"/>
            </p14:xfrm>
          </p:contentPart>
        </mc:Choice>
        <mc:Fallback xmlns="">
          <p:pic>
            <p:nvPicPr>
              <p:cNvPr id="257" name="Encre 256">
                <a:extLst>
                  <a:ext uri="{FF2B5EF4-FFF2-40B4-BE49-F238E27FC236}">
                    <a16:creationId xmlns:a16="http://schemas.microsoft.com/office/drawing/2014/main" id="{1F734D02-E5F1-29B8-6D0D-13C3061B410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053167" y="3010998"/>
                <a:ext cx="12409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58" name="Encre 257">
                <a:extLst>
                  <a:ext uri="{FF2B5EF4-FFF2-40B4-BE49-F238E27FC236}">
                    <a16:creationId xmlns:a16="http://schemas.microsoft.com/office/drawing/2014/main" id="{1A23BEEA-1B32-F60D-3B4B-5D00A0332509}"/>
                  </a:ext>
                </a:extLst>
              </p14:cNvPr>
              <p14:cNvContentPartPr/>
              <p14:nvPr/>
            </p14:nvContentPartPr>
            <p14:xfrm>
              <a:off x="10505858" y="3086618"/>
              <a:ext cx="598680" cy="14040"/>
            </p14:xfrm>
          </p:contentPart>
        </mc:Choice>
        <mc:Fallback xmlns="">
          <p:pic>
            <p:nvPicPr>
              <p:cNvPr id="258" name="Encre 257">
                <a:extLst>
                  <a:ext uri="{FF2B5EF4-FFF2-40B4-BE49-F238E27FC236}">
                    <a16:creationId xmlns:a16="http://schemas.microsoft.com/office/drawing/2014/main" id="{1A23BEEA-1B32-F60D-3B4B-5D00A033250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451858" y="2978618"/>
                <a:ext cx="70632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59" name="Encre 258">
                <a:extLst>
                  <a:ext uri="{FF2B5EF4-FFF2-40B4-BE49-F238E27FC236}">
                    <a16:creationId xmlns:a16="http://schemas.microsoft.com/office/drawing/2014/main" id="{DD085D1A-3D55-567D-001F-CB343D38B76A}"/>
                  </a:ext>
                </a:extLst>
              </p14:cNvPr>
              <p14:cNvContentPartPr/>
              <p14:nvPr/>
            </p14:nvContentPartPr>
            <p14:xfrm>
              <a:off x="10633370" y="2691569"/>
              <a:ext cx="1631160" cy="720"/>
            </p14:xfrm>
          </p:contentPart>
        </mc:Choice>
        <mc:Fallback xmlns="">
          <p:pic>
            <p:nvPicPr>
              <p:cNvPr id="259" name="Encre 258">
                <a:extLst>
                  <a:ext uri="{FF2B5EF4-FFF2-40B4-BE49-F238E27FC236}">
                    <a16:creationId xmlns:a16="http://schemas.microsoft.com/office/drawing/2014/main" id="{DD085D1A-3D55-567D-001F-CB343D38B76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579370" y="2475569"/>
                <a:ext cx="17388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60" name="Encre 259">
                <a:extLst>
                  <a:ext uri="{FF2B5EF4-FFF2-40B4-BE49-F238E27FC236}">
                    <a16:creationId xmlns:a16="http://schemas.microsoft.com/office/drawing/2014/main" id="{E2A64455-EEE1-F842-D2D4-EA48F7F260DE}"/>
                  </a:ext>
                </a:extLst>
              </p14:cNvPr>
              <p14:cNvContentPartPr/>
              <p14:nvPr/>
            </p14:nvContentPartPr>
            <p14:xfrm>
              <a:off x="12365590" y="2696609"/>
              <a:ext cx="1933560" cy="720"/>
            </p14:xfrm>
          </p:contentPart>
        </mc:Choice>
        <mc:Fallback xmlns="">
          <p:pic>
            <p:nvPicPr>
              <p:cNvPr id="260" name="Encre 259">
                <a:extLst>
                  <a:ext uri="{FF2B5EF4-FFF2-40B4-BE49-F238E27FC236}">
                    <a16:creationId xmlns:a16="http://schemas.microsoft.com/office/drawing/2014/main" id="{E2A64455-EEE1-F842-D2D4-EA48F7F260D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2311590" y="2480609"/>
                <a:ext cx="20412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61" name="Encre 260">
                <a:extLst>
                  <a:ext uri="{FF2B5EF4-FFF2-40B4-BE49-F238E27FC236}">
                    <a16:creationId xmlns:a16="http://schemas.microsoft.com/office/drawing/2014/main" id="{F451DFA3-2F65-D010-F105-2FD94DEC619B}"/>
                  </a:ext>
                </a:extLst>
              </p14:cNvPr>
              <p14:cNvContentPartPr/>
              <p14:nvPr/>
            </p14:nvContentPartPr>
            <p14:xfrm>
              <a:off x="12337870" y="2856809"/>
              <a:ext cx="1978560" cy="51480"/>
            </p14:xfrm>
          </p:contentPart>
        </mc:Choice>
        <mc:Fallback xmlns="">
          <p:pic>
            <p:nvPicPr>
              <p:cNvPr id="261" name="Encre 260">
                <a:extLst>
                  <a:ext uri="{FF2B5EF4-FFF2-40B4-BE49-F238E27FC236}">
                    <a16:creationId xmlns:a16="http://schemas.microsoft.com/office/drawing/2014/main" id="{F451DFA3-2F65-D010-F105-2FD94DEC619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2283870" y="2748809"/>
                <a:ext cx="208620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62" name="Encre 261">
                <a:extLst>
                  <a:ext uri="{FF2B5EF4-FFF2-40B4-BE49-F238E27FC236}">
                    <a16:creationId xmlns:a16="http://schemas.microsoft.com/office/drawing/2014/main" id="{59276725-D2D4-558B-551B-16EE2A8772E3}"/>
                  </a:ext>
                </a:extLst>
              </p14:cNvPr>
              <p14:cNvContentPartPr/>
              <p14:nvPr/>
            </p14:nvContentPartPr>
            <p14:xfrm>
              <a:off x="12358030" y="3042209"/>
              <a:ext cx="1963800" cy="5400"/>
            </p14:xfrm>
          </p:contentPart>
        </mc:Choice>
        <mc:Fallback xmlns="">
          <p:pic>
            <p:nvPicPr>
              <p:cNvPr id="262" name="Encre 261">
                <a:extLst>
                  <a:ext uri="{FF2B5EF4-FFF2-40B4-BE49-F238E27FC236}">
                    <a16:creationId xmlns:a16="http://schemas.microsoft.com/office/drawing/2014/main" id="{59276725-D2D4-558B-551B-16EE2A8772E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2304030" y="2934209"/>
                <a:ext cx="207144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63" name="Encre 262">
                <a:extLst>
                  <a:ext uri="{FF2B5EF4-FFF2-40B4-BE49-F238E27FC236}">
                    <a16:creationId xmlns:a16="http://schemas.microsoft.com/office/drawing/2014/main" id="{1F7E8645-A057-300D-CD06-51957514E599}"/>
                  </a:ext>
                </a:extLst>
              </p14:cNvPr>
              <p14:cNvContentPartPr/>
              <p14:nvPr/>
            </p14:nvContentPartPr>
            <p14:xfrm>
              <a:off x="12365590" y="3092969"/>
              <a:ext cx="1948320" cy="7920"/>
            </p14:xfrm>
          </p:contentPart>
        </mc:Choice>
        <mc:Fallback xmlns="">
          <p:pic>
            <p:nvPicPr>
              <p:cNvPr id="263" name="Encre 262">
                <a:extLst>
                  <a:ext uri="{FF2B5EF4-FFF2-40B4-BE49-F238E27FC236}">
                    <a16:creationId xmlns:a16="http://schemas.microsoft.com/office/drawing/2014/main" id="{1F7E8645-A057-300D-CD06-51957514E59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2311590" y="2984969"/>
                <a:ext cx="205596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64" name="Encre 263">
                <a:extLst>
                  <a:ext uri="{FF2B5EF4-FFF2-40B4-BE49-F238E27FC236}">
                    <a16:creationId xmlns:a16="http://schemas.microsoft.com/office/drawing/2014/main" id="{B42EBD0D-1C28-5D65-4C85-EA0F5D5379BB}"/>
                  </a:ext>
                </a:extLst>
              </p14:cNvPr>
              <p14:cNvContentPartPr/>
              <p14:nvPr/>
            </p14:nvContentPartPr>
            <p14:xfrm>
              <a:off x="12360550" y="2678969"/>
              <a:ext cx="1971360" cy="360"/>
            </p14:xfrm>
          </p:contentPart>
        </mc:Choice>
        <mc:Fallback xmlns="">
          <p:pic>
            <p:nvPicPr>
              <p:cNvPr id="264" name="Encre 263">
                <a:extLst>
                  <a:ext uri="{FF2B5EF4-FFF2-40B4-BE49-F238E27FC236}">
                    <a16:creationId xmlns:a16="http://schemas.microsoft.com/office/drawing/2014/main" id="{B42EBD0D-1C28-5D65-4C85-EA0F5D5379B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2306550" y="2570969"/>
                <a:ext cx="2079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65" name="Encre 264">
                <a:extLst>
                  <a:ext uri="{FF2B5EF4-FFF2-40B4-BE49-F238E27FC236}">
                    <a16:creationId xmlns:a16="http://schemas.microsoft.com/office/drawing/2014/main" id="{949F0564-2E5F-6B19-DC3D-236F6ED69F03}"/>
                  </a:ext>
                </a:extLst>
              </p14:cNvPr>
              <p14:cNvContentPartPr/>
              <p14:nvPr/>
            </p14:nvContentPartPr>
            <p14:xfrm>
              <a:off x="12381430" y="3022049"/>
              <a:ext cx="1943280" cy="43560"/>
            </p14:xfrm>
          </p:contentPart>
        </mc:Choice>
        <mc:Fallback xmlns="">
          <p:pic>
            <p:nvPicPr>
              <p:cNvPr id="265" name="Encre 264">
                <a:extLst>
                  <a:ext uri="{FF2B5EF4-FFF2-40B4-BE49-F238E27FC236}">
                    <a16:creationId xmlns:a16="http://schemas.microsoft.com/office/drawing/2014/main" id="{949F0564-2E5F-6B19-DC3D-236F6ED69F0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2327430" y="2914049"/>
                <a:ext cx="205092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66" name="Encre 265">
                <a:extLst>
                  <a:ext uri="{FF2B5EF4-FFF2-40B4-BE49-F238E27FC236}">
                    <a16:creationId xmlns:a16="http://schemas.microsoft.com/office/drawing/2014/main" id="{D5FE3018-298C-B254-72F0-559164AB539E}"/>
                  </a:ext>
                </a:extLst>
              </p14:cNvPr>
              <p14:cNvContentPartPr/>
              <p14:nvPr/>
            </p14:nvContentPartPr>
            <p14:xfrm>
              <a:off x="12548470" y="2849249"/>
              <a:ext cx="1735560" cy="720"/>
            </p14:xfrm>
          </p:contentPart>
        </mc:Choice>
        <mc:Fallback xmlns="">
          <p:pic>
            <p:nvPicPr>
              <p:cNvPr id="266" name="Encre 265">
                <a:extLst>
                  <a:ext uri="{FF2B5EF4-FFF2-40B4-BE49-F238E27FC236}">
                    <a16:creationId xmlns:a16="http://schemas.microsoft.com/office/drawing/2014/main" id="{D5FE3018-298C-B254-72F0-559164AB539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2494470" y="2633249"/>
                <a:ext cx="18432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67" name="Encre 266">
                <a:extLst>
                  <a:ext uri="{FF2B5EF4-FFF2-40B4-BE49-F238E27FC236}">
                    <a16:creationId xmlns:a16="http://schemas.microsoft.com/office/drawing/2014/main" id="{4E783FCF-5BA9-4B78-F38E-208EF632ECCD}"/>
                  </a:ext>
                </a:extLst>
              </p14:cNvPr>
              <p14:cNvContentPartPr/>
              <p14:nvPr/>
            </p14:nvContentPartPr>
            <p14:xfrm>
              <a:off x="12301705" y="7317686"/>
              <a:ext cx="2017080" cy="720"/>
            </p14:xfrm>
          </p:contentPart>
        </mc:Choice>
        <mc:Fallback xmlns="">
          <p:pic>
            <p:nvPicPr>
              <p:cNvPr id="267" name="Encre 266">
                <a:extLst>
                  <a:ext uri="{FF2B5EF4-FFF2-40B4-BE49-F238E27FC236}">
                    <a16:creationId xmlns:a16="http://schemas.microsoft.com/office/drawing/2014/main" id="{4E783FCF-5BA9-4B78-F38E-208EF632ECC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2247705" y="7101686"/>
                <a:ext cx="21247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68" name="Encre 267">
                <a:extLst>
                  <a:ext uri="{FF2B5EF4-FFF2-40B4-BE49-F238E27FC236}">
                    <a16:creationId xmlns:a16="http://schemas.microsoft.com/office/drawing/2014/main" id="{572CBFE6-FD3D-C2EC-ED77-6982F76005D9}"/>
                  </a:ext>
                </a:extLst>
              </p14:cNvPr>
              <p14:cNvContentPartPr/>
              <p14:nvPr/>
            </p14:nvContentPartPr>
            <p14:xfrm>
              <a:off x="11937385" y="7134446"/>
              <a:ext cx="2376360" cy="37440"/>
            </p14:xfrm>
          </p:contentPart>
        </mc:Choice>
        <mc:Fallback xmlns="">
          <p:pic>
            <p:nvPicPr>
              <p:cNvPr id="268" name="Encre 267">
                <a:extLst>
                  <a:ext uri="{FF2B5EF4-FFF2-40B4-BE49-F238E27FC236}">
                    <a16:creationId xmlns:a16="http://schemas.microsoft.com/office/drawing/2014/main" id="{572CBFE6-FD3D-C2EC-ED77-6982F76005D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883385" y="7026446"/>
                <a:ext cx="248400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04" name="Encre 303">
                <a:extLst>
                  <a:ext uri="{FF2B5EF4-FFF2-40B4-BE49-F238E27FC236}">
                    <a16:creationId xmlns:a16="http://schemas.microsoft.com/office/drawing/2014/main" id="{E92193E5-041A-0617-1498-A99294E53E47}"/>
                  </a:ext>
                </a:extLst>
              </p14:cNvPr>
              <p14:cNvContentPartPr/>
              <p14:nvPr/>
            </p14:nvContentPartPr>
            <p14:xfrm>
              <a:off x="13858845" y="2811435"/>
              <a:ext cx="360" cy="360"/>
            </p14:xfrm>
          </p:contentPart>
        </mc:Choice>
        <mc:Fallback xmlns="">
          <p:pic>
            <p:nvPicPr>
              <p:cNvPr id="304" name="Encre 303">
                <a:extLst>
                  <a:ext uri="{FF2B5EF4-FFF2-40B4-BE49-F238E27FC236}">
                    <a16:creationId xmlns:a16="http://schemas.microsoft.com/office/drawing/2014/main" id="{E92193E5-041A-0617-1498-A99294E53E4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804845" y="270379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306" name="Encre 305">
                <a:extLst>
                  <a:ext uri="{FF2B5EF4-FFF2-40B4-BE49-F238E27FC236}">
                    <a16:creationId xmlns:a16="http://schemas.microsoft.com/office/drawing/2014/main" id="{0A7AB324-AB6F-04FF-22A1-94CFDBDF29F5}"/>
                  </a:ext>
                </a:extLst>
              </p14:cNvPr>
              <p14:cNvContentPartPr/>
              <p14:nvPr/>
            </p14:nvContentPartPr>
            <p14:xfrm>
              <a:off x="14416845" y="2680035"/>
              <a:ext cx="504000" cy="17280"/>
            </p14:xfrm>
          </p:contentPart>
        </mc:Choice>
        <mc:Fallback xmlns="">
          <p:pic>
            <p:nvPicPr>
              <p:cNvPr id="306" name="Encre 305">
                <a:extLst>
                  <a:ext uri="{FF2B5EF4-FFF2-40B4-BE49-F238E27FC236}">
                    <a16:creationId xmlns:a16="http://schemas.microsoft.com/office/drawing/2014/main" id="{0A7AB324-AB6F-04FF-22A1-94CFDBDF29F5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4363205" y="2572395"/>
                <a:ext cx="61164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307" name="Encre 306">
                <a:extLst>
                  <a:ext uri="{FF2B5EF4-FFF2-40B4-BE49-F238E27FC236}">
                    <a16:creationId xmlns:a16="http://schemas.microsoft.com/office/drawing/2014/main" id="{78ADDA80-4A35-24A3-9850-FA348E0E2605}"/>
                  </a:ext>
                </a:extLst>
              </p14:cNvPr>
              <p14:cNvContentPartPr/>
              <p14:nvPr/>
            </p14:nvContentPartPr>
            <p14:xfrm>
              <a:off x="14912925" y="2687595"/>
              <a:ext cx="11160" cy="419760"/>
            </p14:xfrm>
          </p:contentPart>
        </mc:Choice>
        <mc:Fallback xmlns="">
          <p:pic>
            <p:nvPicPr>
              <p:cNvPr id="307" name="Encre 306">
                <a:extLst>
                  <a:ext uri="{FF2B5EF4-FFF2-40B4-BE49-F238E27FC236}">
                    <a16:creationId xmlns:a16="http://schemas.microsoft.com/office/drawing/2014/main" id="{78ADDA80-4A35-24A3-9850-FA348E0E2605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4858925" y="2579955"/>
                <a:ext cx="11880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308" name="Encre 307">
                <a:extLst>
                  <a:ext uri="{FF2B5EF4-FFF2-40B4-BE49-F238E27FC236}">
                    <a16:creationId xmlns:a16="http://schemas.microsoft.com/office/drawing/2014/main" id="{29B499DA-E279-87F5-0262-6153D29CFEAC}"/>
                  </a:ext>
                </a:extLst>
              </p14:cNvPr>
              <p14:cNvContentPartPr/>
              <p14:nvPr/>
            </p14:nvContentPartPr>
            <p14:xfrm>
              <a:off x="14013285" y="3100515"/>
              <a:ext cx="899280" cy="8640"/>
            </p14:xfrm>
          </p:contentPart>
        </mc:Choice>
        <mc:Fallback xmlns="">
          <p:pic>
            <p:nvPicPr>
              <p:cNvPr id="308" name="Encre 307">
                <a:extLst>
                  <a:ext uri="{FF2B5EF4-FFF2-40B4-BE49-F238E27FC236}">
                    <a16:creationId xmlns:a16="http://schemas.microsoft.com/office/drawing/2014/main" id="{29B499DA-E279-87F5-0262-6153D29CFEA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3959285" y="2992875"/>
                <a:ext cx="10069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309" name="Encre 308">
                <a:extLst>
                  <a:ext uri="{FF2B5EF4-FFF2-40B4-BE49-F238E27FC236}">
                    <a16:creationId xmlns:a16="http://schemas.microsoft.com/office/drawing/2014/main" id="{8E16DF42-6C13-B462-1683-F5C462A44E0B}"/>
                  </a:ext>
                </a:extLst>
              </p14:cNvPr>
              <p14:cNvContentPartPr/>
              <p14:nvPr/>
            </p14:nvContentPartPr>
            <p14:xfrm>
              <a:off x="14266365" y="2887755"/>
              <a:ext cx="600120" cy="15480"/>
            </p14:xfrm>
          </p:contentPart>
        </mc:Choice>
        <mc:Fallback xmlns="">
          <p:pic>
            <p:nvPicPr>
              <p:cNvPr id="309" name="Encre 308">
                <a:extLst>
                  <a:ext uri="{FF2B5EF4-FFF2-40B4-BE49-F238E27FC236}">
                    <a16:creationId xmlns:a16="http://schemas.microsoft.com/office/drawing/2014/main" id="{8E16DF42-6C13-B462-1683-F5C462A44E0B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4212725" y="2779755"/>
                <a:ext cx="70776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316" name="Encre 315">
                <a:extLst>
                  <a:ext uri="{FF2B5EF4-FFF2-40B4-BE49-F238E27FC236}">
                    <a16:creationId xmlns:a16="http://schemas.microsoft.com/office/drawing/2014/main" id="{901F41C4-82FF-D9D9-7C90-76B2946C1B85}"/>
                  </a:ext>
                </a:extLst>
              </p14:cNvPr>
              <p14:cNvContentPartPr/>
              <p14:nvPr/>
            </p14:nvContentPartPr>
            <p14:xfrm>
              <a:off x="14379375" y="7123927"/>
              <a:ext cx="549000" cy="3960"/>
            </p14:xfrm>
          </p:contentPart>
        </mc:Choice>
        <mc:Fallback xmlns="">
          <p:pic>
            <p:nvPicPr>
              <p:cNvPr id="316" name="Encre 315">
                <a:extLst>
                  <a:ext uri="{FF2B5EF4-FFF2-40B4-BE49-F238E27FC236}">
                    <a16:creationId xmlns:a16="http://schemas.microsoft.com/office/drawing/2014/main" id="{901F41C4-82FF-D9D9-7C90-76B2946C1B85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4325375" y="7015927"/>
                <a:ext cx="6566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317" name="Encre 316">
                <a:extLst>
                  <a:ext uri="{FF2B5EF4-FFF2-40B4-BE49-F238E27FC236}">
                    <a16:creationId xmlns:a16="http://schemas.microsoft.com/office/drawing/2014/main" id="{72B88E99-87E5-1C36-AFB5-89791ECD6176}"/>
                  </a:ext>
                </a:extLst>
              </p14:cNvPr>
              <p14:cNvContentPartPr/>
              <p14:nvPr/>
            </p14:nvContentPartPr>
            <p14:xfrm>
              <a:off x="14353095" y="7305367"/>
              <a:ext cx="579240" cy="28800"/>
            </p14:xfrm>
          </p:contentPart>
        </mc:Choice>
        <mc:Fallback xmlns="">
          <p:pic>
            <p:nvPicPr>
              <p:cNvPr id="317" name="Encre 316">
                <a:extLst>
                  <a:ext uri="{FF2B5EF4-FFF2-40B4-BE49-F238E27FC236}">
                    <a16:creationId xmlns:a16="http://schemas.microsoft.com/office/drawing/2014/main" id="{72B88E99-87E5-1C36-AFB5-89791ECD6176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4299095" y="7197367"/>
                <a:ext cx="68688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320" name="Encre 319">
                <a:extLst>
                  <a:ext uri="{FF2B5EF4-FFF2-40B4-BE49-F238E27FC236}">
                    <a16:creationId xmlns:a16="http://schemas.microsoft.com/office/drawing/2014/main" id="{426CA9B6-B4ED-8DDE-2A96-D6B29560220C}"/>
                  </a:ext>
                </a:extLst>
              </p14:cNvPr>
              <p14:cNvContentPartPr/>
              <p14:nvPr/>
            </p14:nvContentPartPr>
            <p14:xfrm>
              <a:off x="3882015" y="2971560"/>
              <a:ext cx="1958760" cy="720"/>
            </p14:xfrm>
          </p:contentPart>
        </mc:Choice>
        <mc:Fallback xmlns="">
          <p:pic>
            <p:nvPicPr>
              <p:cNvPr id="320" name="Encre 319">
                <a:extLst>
                  <a:ext uri="{FF2B5EF4-FFF2-40B4-BE49-F238E27FC236}">
                    <a16:creationId xmlns:a16="http://schemas.microsoft.com/office/drawing/2014/main" id="{426CA9B6-B4ED-8DDE-2A96-D6B29560220C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3828375" y="2755560"/>
                <a:ext cx="20664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322" name="Encre 321">
                <a:extLst>
                  <a:ext uri="{FF2B5EF4-FFF2-40B4-BE49-F238E27FC236}">
                    <a16:creationId xmlns:a16="http://schemas.microsoft.com/office/drawing/2014/main" id="{6983608D-BCE6-5686-5C90-01A695F72568}"/>
                  </a:ext>
                </a:extLst>
              </p14:cNvPr>
              <p14:cNvContentPartPr/>
              <p14:nvPr/>
            </p14:nvContentPartPr>
            <p14:xfrm>
              <a:off x="3882015" y="3185040"/>
              <a:ext cx="1993680" cy="720"/>
            </p14:xfrm>
          </p:contentPart>
        </mc:Choice>
        <mc:Fallback xmlns="">
          <p:pic>
            <p:nvPicPr>
              <p:cNvPr id="322" name="Encre 321">
                <a:extLst>
                  <a:ext uri="{FF2B5EF4-FFF2-40B4-BE49-F238E27FC236}">
                    <a16:creationId xmlns:a16="http://schemas.microsoft.com/office/drawing/2014/main" id="{6983608D-BCE6-5686-5C90-01A695F72568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3828375" y="2969040"/>
                <a:ext cx="21013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323" name="Encre 322">
                <a:extLst>
                  <a:ext uri="{FF2B5EF4-FFF2-40B4-BE49-F238E27FC236}">
                    <a16:creationId xmlns:a16="http://schemas.microsoft.com/office/drawing/2014/main" id="{7856CB04-11B1-53A0-C28E-F8B580AC3CA6}"/>
                  </a:ext>
                </a:extLst>
              </p14:cNvPr>
              <p14:cNvContentPartPr/>
              <p14:nvPr/>
            </p14:nvContentPartPr>
            <p14:xfrm>
              <a:off x="5857695" y="3007920"/>
              <a:ext cx="360" cy="360"/>
            </p14:xfrm>
          </p:contentPart>
        </mc:Choice>
        <mc:Fallback xmlns="">
          <p:pic>
            <p:nvPicPr>
              <p:cNvPr id="323" name="Encre 322">
                <a:extLst>
                  <a:ext uri="{FF2B5EF4-FFF2-40B4-BE49-F238E27FC236}">
                    <a16:creationId xmlns:a16="http://schemas.microsoft.com/office/drawing/2014/main" id="{7856CB04-11B1-53A0-C28E-F8B580AC3CA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04055" y="289992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24" name="Encre 323">
                <a:extLst>
                  <a:ext uri="{FF2B5EF4-FFF2-40B4-BE49-F238E27FC236}">
                    <a16:creationId xmlns:a16="http://schemas.microsoft.com/office/drawing/2014/main" id="{A9DC92CF-605B-F601-2ACD-A8E314AF6BB9}"/>
                  </a:ext>
                </a:extLst>
              </p14:cNvPr>
              <p14:cNvContentPartPr/>
              <p14:nvPr/>
            </p14:nvContentPartPr>
            <p14:xfrm>
              <a:off x="3867255" y="2955360"/>
              <a:ext cx="2009880" cy="304560"/>
            </p14:xfrm>
          </p:contentPart>
        </mc:Choice>
        <mc:Fallback xmlns="">
          <p:pic>
            <p:nvPicPr>
              <p:cNvPr id="324" name="Encre 323">
                <a:extLst>
                  <a:ext uri="{FF2B5EF4-FFF2-40B4-BE49-F238E27FC236}">
                    <a16:creationId xmlns:a16="http://schemas.microsoft.com/office/drawing/2014/main" id="{A9DC92CF-605B-F601-2ACD-A8E314AF6BB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813615" y="2847360"/>
                <a:ext cx="2117520" cy="52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25" name="Encre 324">
                <a:extLst>
                  <a:ext uri="{FF2B5EF4-FFF2-40B4-BE49-F238E27FC236}">
                    <a16:creationId xmlns:a16="http://schemas.microsoft.com/office/drawing/2014/main" id="{BC2E4B04-7E84-10A7-03E2-936B91FE8761}"/>
                  </a:ext>
                </a:extLst>
              </p14:cNvPr>
              <p14:cNvContentPartPr/>
              <p14:nvPr/>
            </p14:nvContentPartPr>
            <p14:xfrm>
              <a:off x="4866975" y="3232560"/>
              <a:ext cx="660960" cy="3960"/>
            </p14:xfrm>
          </p:contentPart>
        </mc:Choice>
        <mc:Fallback xmlns="">
          <p:pic>
            <p:nvPicPr>
              <p:cNvPr id="325" name="Encre 324">
                <a:extLst>
                  <a:ext uri="{FF2B5EF4-FFF2-40B4-BE49-F238E27FC236}">
                    <a16:creationId xmlns:a16="http://schemas.microsoft.com/office/drawing/2014/main" id="{BC2E4B04-7E84-10A7-03E2-936B91FE876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813335" y="3124920"/>
                <a:ext cx="76860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26" name="Encre 325">
                <a:extLst>
                  <a:ext uri="{FF2B5EF4-FFF2-40B4-BE49-F238E27FC236}">
                    <a16:creationId xmlns:a16="http://schemas.microsoft.com/office/drawing/2014/main" id="{3205223D-076D-5051-DF0B-ED2F7AD8B2D9}"/>
                  </a:ext>
                </a:extLst>
              </p14:cNvPr>
              <p14:cNvContentPartPr/>
              <p14:nvPr/>
            </p14:nvContentPartPr>
            <p14:xfrm>
              <a:off x="4563495" y="3228600"/>
              <a:ext cx="219960" cy="11880"/>
            </p14:xfrm>
          </p:contentPart>
        </mc:Choice>
        <mc:Fallback xmlns="">
          <p:pic>
            <p:nvPicPr>
              <p:cNvPr id="326" name="Encre 325">
                <a:extLst>
                  <a:ext uri="{FF2B5EF4-FFF2-40B4-BE49-F238E27FC236}">
                    <a16:creationId xmlns:a16="http://schemas.microsoft.com/office/drawing/2014/main" id="{3205223D-076D-5051-DF0B-ED2F7AD8B2D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509855" y="3120960"/>
                <a:ext cx="32760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27" name="Encre 326">
                <a:extLst>
                  <a:ext uri="{FF2B5EF4-FFF2-40B4-BE49-F238E27FC236}">
                    <a16:creationId xmlns:a16="http://schemas.microsoft.com/office/drawing/2014/main" id="{EECF44BE-1CC4-219D-476A-363BD46CDFD2}"/>
                  </a:ext>
                </a:extLst>
              </p14:cNvPr>
              <p14:cNvContentPartPr/>
              <p14:nvPr/>
            </p14:nvContentPartPr>
            <p14:xfrm>
              <a:off x="3979575" y="3221040"/>
              <a:ext cx="743040" cy="19440"/>
            </p14:xfrm>
          </p:contentPart>
        </mc:Choice>
        <mc:Fallback xmlns="">
          <p:pic>
            <p:nvPicPr>
              <p:cNvPr id="327" name="Encre 326">
                <a:extLst>
                  <a:ext uri="{FF2B5EF4-FFF2-40B4-BE49-F238E27FC236}">
                    <a16:creationId xmlns:a16="http://schemas.microsoft.com/office/drawing/2014/main" id="{EECF44BE-1CC4-219D-476A-363BD46CDFD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925575" y="3113400"/>
                <a:ext cx="8506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3ACD9CB1-DC68-8298-CF69-97CA02BC4FA5}"/>
                  </a:ext>
                </a:extLst>
              </p14:cNvPr>
              <p14:cNvContentPartPr/>
              <p14:nvPr/>
            </p14:nvContentPartPr>
            <p14:xfrm>
              <a:off x="10484880" y="4853760"/>
              <a:ext cx="2111040" cy="792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3ACD9CB1-DC68-8298-CF69-97CA02BC4FA5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430880" y="4746120"/>
                <a:ext cx="22186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29D5686A-7AC4-CFAA-0BCB-4FBDE3E35198}"/>
                  </a:ext>
                </a:extLst>
              </p14:cNvPr>
              <p14:cNvContentPartPr/>
              <p14:nvPr/>
            </p14:nvContentPartPr>
            <p14:xfrm>
              <a:off x="10492800" y="5036640"/>
              <a:ext cx="2110680" cy="3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29D5686A-7AC4-CFAA-0BCB-4FBDE3E3519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438800" y="4929000"/>
                <a:ext cx="22183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92CA8C42-A692-4D7C-44B9-04FBB5E34F0D}"/>
                  </a:ext>
                </a:extLst>
              </p14:cNvPr>
              <p14:cNvContentPartPr/>
              <p14:nvPr/>
            </p14:nvContentPartPr>
            <p14:xfrm>
              <a:off x="10477320" y="5204040"/>
              <a:ext cx="2111040" cy="8280"/>
            </p14:xfrm>
          </p:contentPart>
        </mc:Choice>
        <mc:Fallback xmlns=""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92CA8C42-A692-4D7C-44B9-04FBB5E34F0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423680" y="5096040"/>
                <a:ext cx="2218680" cy="22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006"/>
    </mc:Choice>
    <mc:Fallback xmlns="">
      <p:transition spd="slow" advTm="10700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9000" y="2491282"/>
            <a:ext cx="6261100" cy="6502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00" y="35169"/>
            <a:ext cx="15774669" cy="745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700" spc="204" dirty="0">
                <a:solidFill>
                  <a:srgbClr val="364D62"/>
                </a:solidFill>
              </a:rPr>
              <a:t>Analyse</a:t>
            </a:r>
            <a:r>
              <a:rPr sz="4700" spc="70" dirty="0">
                <a:solidFill>
                  <a:srgbClr val="364D62"/>
                </a:solidFill>
              </a:rPr>
              <a:t> </a:t>
            </a:r>
            <a:r>
              <a:rPr sz="4700" spc="305" dirty="0">
                <a:solidFill>
                  <a:srgbClr val="364B5D"/>
                </a:solidFill>
              </a:rPr>
              <a:t>PESTEL</a:t>
            </a:r>
            <a:r>
              <a:rPr sz="4700" spc="35" dirty="0">
                <a:solidFill>
                  <a:srgbClr val="364B5D"/>
                </a:solidFill>
              </a:rPr>
              <a:t> </a:t>
            </a:r>
            <a:r>
              <a:rPr sz="4700" spc="175" dirty="0">
                <a:solidFill>
                  <a:srgbClr val="334B62"/>
                </a:solidFill>
              </a:rPr>
              <a:t>:</a:t>
            </a:r>
            <a:r>
              <a:rPr sz="4700" spc="-50" dirty="0">
                <a:solidFill>
                  <a:srgbClr val="334B62"/>
                </a:solidFill>
              </a:rPr>
              <a:t> </a:t>
            </a:r>
            <a:r>
              <a:rPr sz="4700" spc="185" dirty="0">
                <a:solidFill>
                  <a:srgbClr val="33485B"/>
                </a:solidFill>
              </a:rPr>
              <a:t>Un</a:t>
            </a:r>
            <a:r>
              <a:rPr sz="4700" spc="40" dirty="0">
                <a:solidFill>
                  <a:srgbClr val="33485B"/>
                </a:solidFill>
              </a:rPr>
              <a:t> </a:t>
            </a:r>
            <a:r>
              <a:rPr sz="4700" spc="160" dirty="0">
                <a:solidFill>
                  <a:srgbClr val="31495D"/>
                </a:solidFill>
              </a:rPr>
              <a:t>contexte</a:t>
            </a:r>
            <a:r>
              <a:rPr sz="4700" spc="204" dirty="0">
                <a:solidFill>
                  <a:srgbClr val="31495D"/>
                </a:solidFill>
              </a:rPr>
              <a:t> </a:t>
            </a:r>
            <a:r>
              <a:rPr sz="4700" spc="195" dirty="0">
                <a:solidFill>
                  <a:srgbClr val="364B60"/>
                </a:solidFill>
              </a:rPr>
              <a:t>macro-</a:t>
            </a:r>
            <a:r>
              <a:rPr sz="4700" spc="210" dirty="0">
                <a:solidFill>
                  <a:srgbClr val="364B60"/>
                </a:solidFill>
              </a:rPr>
              <a:t>économique</a:t>
            </a:r>
            <a:r>
              <a:rPr sz="4700" spc="-5" dirty="0">
                <a:solidFill>
                  <a:srgbClr val="364B60"/>
                </a:solidFill>
              </a:rPr>
              <a:t> </a:t>
            </a:r>
            <a:r>
              <a:rPr sz="4700" spc="105" dirty="0">
                <a:solidFill>
                  <a:srgbClr val="364F67"/>
                </a:solidFill>
              </a:rPr>
              <a:t>favorable</a:t>
            </a:r>
            <a:endParaRPr sz="4700" dirty="0"/>
          </a:p>
        </p:txBody>
      </p:sp>
      <p:sp>
        <p:nvSpPr>
          <p:cNvPr id="4" name="object 4"/>
          <p:cNvSpPr txBox="1"/>
          <p:nvPr/>
        </p:nvSpPr>
        <p:spPr>
          <a:xfrm>
            <a:off x="259408" y="1546478"/>
            <a:ext cx="4150360" cy="3199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ts val="3135"/>
              </a:lnSpc>
              <a:spcBef>
                <a:spcPts val="95"/>
              </a:spcBef>
            </a:pPr>
            <a:r>
              <a:rPr sz="2850" b="1" dirty="0" err="1">
                <a:solidFill>
                  <a:srgbClr val="080808"/>
                </a:solidFill>
                <a:latin typeface="Calibri"/>
                <a:cs typeface="Calibri"/>
              </a:rPr>
              <a:t>Légal</a:t>
            </a:r>
            <a:r>
              <a:rPr sz="2850" b="1" spc="-155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2850" b="1" dirty="0">
                <a:latin typeface="Calibri"/>
                <a:cs typeface="Calibri"/>
              </a:rPr>
              <a:t>:</a:t>
            </a:r>
            <a:endParaRPr lang="fr-FR" sz="2850" b="1" dirty="0">
              <a:latin typeface="Calibri"/>
              <a:cs typeface="Calibri"/>
            </a:endParaRPr>
          </a:p>
          <a:p>
            <a:pPr marL="914400" marR="5080" lvl="1" indent="-457200">
              <a:lnSpc>
                <a:spcPts val="3135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fr-FR" altLang="fr-FR" sz="2400" dirty="0">
                <a:latin typeface="Century Gothic (Corps)"/>
              </a:rPr>
              <a:t>respect des normes de sécurité électrique</a:t>
            </a:r>
          </a:p>
          <a:p>
            <a:pPr marL="914400" marR="5080" lvl="1" indent="-457200">
              <a:lnSpc>
                <a:spcPts val="3135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fr-FR" altLang="fr-FR" sz="2400" dirty="0">
                <a:latin typeface="Century Gothic (Corps)"/>
              </a:rPr>
              <a:t>protection des utilisateurs</a:t>
            </a:r>
          </a:p>
          <a:p>
            <a:pPr marL="914400" marR="5080" lvl="1" indent="-457200">
              <a:lnSpc>
                <a:spcPts val="3135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entury Gothic (Corps)"/>
              </a:rPr>
              <a:t>responsabilité en cas de panne</a:t>
            </a:r>
            <a:r>
              <a:rPr lang="fr-FR" sz="2400" dirty="0">
                <a:latin typeface="Arial" panose="020B0604020202020204" pitchFamily="34" charset="0"/>
              </a:rPr>
              <a:t>.</a:t>
            </a:r>
            <a:endParaRPr lang="fr-FR" sz="2400" dirty="0">
              <a:latin typeface="Century Gothic (Corps)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08400" y="759918"/>
            <a:ext cx="13948088" cy="1744708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927100" marR="3319145" lvl="2">
              <a:lnSpc>
                <a:spcPts val="2750"/>
              </a:lnSpc>
              <a:spcBef>
                <a:spcPts val="605"/>
              </a:spcBef>
            </a:pPr>
            <a:r>
              <a:rPr sz="2700" b="1" dirty="0">
                <a:latin typeface="Calibri"/>
                <a:cs typeface="Calibri"/>
              </a:rPr>
              <a:t>Politique</a:t>
            </a:r>
            <a:r>
              <a:rPr lang="fr-FR" sz="2700" b="1" dirty="0">
                <a:latin typeface="Calibri"/>
                <a:cs typeface="Calibri"/>
              </a:rPr>
              <a:t> : </a:t>
            </a:r>
          </a:p>
          <a:p>
            <a:pPr marL="2184400" marR="3319145" lvl="4" indent="-342900">
              <a:lnSpc>
                <a:spcPts val="2750"/>
              </a:lnSpc>
              <a:spcBef>
                <a:spcPts val="605"/>
              </a:spcBef>
              <a:buFont typeface="Arial" panose="020B0604020202020204" pitchFamily="34" charset="0"/>
              <a:buChar char="•"/>
            </a:pPr>
            <a:r>
              <a:rPr lang="fr-FR" altLang="fr-FR" sz="2400" dirty="0">
                <a:latin typeface="Century Gothic (Corps)"/>
                <a:cs typeface="Arial" panose="020B0604020202020204" pitchFamily="34" charset="0"/>
              </a:rPr>
              <a:t>soutien à la digitalisation des services.</a:t>
            </a:r>
          </a:p>
          <a:p>
            <a:pPr marL="2184400" marR="3319145" lvl="4" indent="-342900">
              <a:lnSpc>
                <a:spcPts val="2750"/>
              </a:lnSpc>
              <a:spcBef>
                <a:spcPts val="605"/>
              </a:spcBef>
              <a:buFont typeface="Arial" panose="020B0604020202020204" pitchFamily="34" charset="0"/>
              <a:buChar char="•"/>
            </a:pPr>
            <a:r>
              <a:rPr lang="fr-FR" sz="2400" dirty="0"/>
              <a:t>encouragement des solutions </a:t>
            </a:r>
          </a:p>
          <a:p>
            <a:pPr marL="1841500" marR="3319145" lvl="4">
              <a:lnSpc>
                <a:spcPts val="2750"/>
              </a:lnSpc>
              <a:spcBef>
                <a:spcPts val="605"/>
              </a:spcBef>
            </a:pPr>
            <a:r>
              <a:rPr lang="fr-FR" sz="2400" dirty="0"/>
              <a:t>    technologiques dans les établissements.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2766" y="7593329"/>
            <a:ext cx="7365233" cy="2119106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907665" marR="5080" lvl="1" indent="3810" algn="r">
              <a:lnSpc>
                <a:spcPts val="2800"/>
              </a:lnSpc>
              <a:spcBef>
                <a:spcPts val="495"/>
              </a:spcBef>
            </a:pPr>
            <a:r>
              <a:rPr sz="2600" b="1" spc="25" dirty="0">
                <a:latin typeface="Calibri"/>
                <a:cs typeface="Calibri"/>
              </a:rPr>
              <a:t> </a:t>
            </a:r>
            <a:endParaRPr lang="fr-FR" sz="2600" b="1" spc="-1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10"/>
              </a:spcBef>
            </a:pPr>
            <a:endParaRPr sz="2600" dirty="0">
              <a:latin typeface="Calibri"/>
              <a:cs typeface="Calibri"/>
            </a:endParaRPr>
          </a:p>
          <a:p>
            <a:pPr marL="12700" marR="2218055" indent="-635">
              <a:lnSpc>
                <a:spcPct val="89400"/>
              </a:lnSpc>
            </a:pPr>
            <a:r>
              <a:rPr sz="2700" b="1" dirty="0" err="1">
                <a:latin typeface="Calibri"/>
                <a:cs typeface="Calibri"/>
              </a:rPr>
              <a:t>Technologique</a:t>
            </a:r>
            <a:r>
              <a:rPr sz="2700" b="1" spc="290" dirty="0">
                <a:latin typeface="Calibri"/>
                <a:cs typeface="Calibri"/>
              </a:rPr>
              <a:t> </a:t>
            </a:r>
            <a:r>
              <a:rPr sz="2700" b="1" spc="-50" dirty="0">
                <a:latin typeface="Calibri"/>
                <a:cs typeface="Calibri"/>
              </a:rPr>
              <a:t>:</a:t>
            </a:r>
            <a:endParaRPr lang="fr-FR" sz="2700" b="1" spc="-50" dirty="0">
              <a:latin typeface="Calibri"/>
              <a:cs typeface="Calibri"/>
            </a:endParaRPr>
          </a:p>
          <a:p>
            <a:pPr marL="926465" marR="2218055" lvl="1" indent="-457200">
              <a:lnSpc>
                <a:spcPct val="89400"/>
              </a:lnSpc>
              <a:buFont typeface="Arial" panose="020B0604020202020204" pitchFamily="34" charset="0"/>
              <a:buChar char="•"/>
            </a:pPr>
            <a:r>
              <a:rPr lang="fr-FR" sz="2400" spc="-25" dirty="0">
                <a:latin typeface="Century Gothic (Corps)"/>
                <a:cs typeface="Calibri"/>
              </a:rPr>
              <a:t>Adoption croissante des smartphones compatibles</a:t>
            </a:r>
            <a:r>
              <a:rPr sz="2400" spc="-25" dirty="0">
                <a:latin typeface="Century Gothic (Corps)"/>
                <a:cs typeface="Calibri"/>
              </a:rPr>
              <a:t>.</a:t>
            </a:r>
            <a:endParaRPr sz="2400" dirty="0">
              <a:latin typeface="Century Gothic (Corps)"/>
              <a:cs typeface="Calibri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0D22CFB1-D3BF-049B-1F6B-33989F86DD3C}"/>
              </a:ext>
            </a:extLst>
          </p:cNvPr>
          <p:cNvSpPr txBox="1"/>
          <p:nvPr/>
        </p:nvSpPr>
        <p:spPr>
          <a:xfrm>
            <a:off x="11839667" y="2918755"/>
            <a:ext cx="7589737" cy="3257943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3319145">
              <a:lnSpc>
                <a:spcPts val="2750"/>
              </a:lnSpc>
              <a:spcBef>
                <a:spcPts val="605"/>
              </a:spcBef>
            </a:pPr>
            <a:r>
              <a:rPr lang="fr-FR" sz="2700" b="1" dirty="0"/>
              <a:t>Économique :</a:t>
            </a:r>
          </a:p>
          <a:p>
            <a:pPr marL="927100" marR="3319145" lvl="1" indent="-457200">
              <a:lnSpc>
                <a:spcPts val="2750"/>
              </a:lnSpc>
              <a:spcBef>
                <a:spcPts val="605"/>
              </a:spcBef>
              <a:buFont typeface="Arial" panose="020B0604020202020204" pitchFamily="34" charset="0"/>
              <a:buChar char="•"/>
            </a:pPr>
            <a:r>
              <a:rPr lang="fr-FR" altLang="fr-FR" sz="2400" dirty="0">
                <a:latin typeface="Century Gothic (Corps)"/>
              </a:rPr>
              <a:t>pouvoir d’achat limité des étudiants</a:t>
            </a:r>
          </a:p>
          <a:p>
            <a:pPr marL="927100" marR="3319145" lvl="1" indent="-457200">
              <a:lnSpc>
                <a:spcPts val="2750"/>
              </a:lnSpc>
              <a:spcBef>
                <a:spcPts val="605"/>
              </a:spcBef>
              <a:buFont typeface="Arial" panose="020B0604020202020204" pitchFamily="34" charset="0"/>
              <a:buChar char="•"/>
            </a:pPr>
            <a:r>
              <a:rPr lang="fr-FR" altLang="fr-FR" sz="2400" dirty="0">
                <a:latin typeface="Century Gothic (Corps)"/>
              </a:rPr>
              <a:t>besoin de solutions à faible coût</a:t>
            </a:r>
          </a:p>
          <a:p>
            <a:pPr marL="927100" marR="3319145" lvl="1" indent="-457200">
              <a:lnSpc>
                <a:spcPts val="2750"/>
              </a:lnSpc>
              <a:spcBef>
                <a:spcPts val="605"/>
              </a:spcBef>
              <a:buFont typeface="Arial" panose="020B0604020202020204" pitchFamily="34" charset="0"/>
              <a:buChar char="•"/>
            </a:pPr>
            <a:r>
              <a:rPr lang="fr-FR" sz="2400" dirty="0"/>
              <a:t>opportunité de micro-paiements</a:t>
            </a:r>
          </a:p>
          <a:p>
            <a:pPr marL="469900" marR="3319145" lvl="1">
              <a:lnSpc>
                <a:spcPts val="2750"/>
              </a:lnSpc>
              <a:spcBef>
                <a:spcPts val="605"/>
              </a:spcBef>
            </a:pPr>
            <a:r>
              <a:rPr lang="fr-FR" sz="2400" dirty="0"/>
              <a:t>     (2 DH, abonnement)</a:t>
            </a:r>
            <a:r>
              <a:rPr lang="fr-FR" sz="2400" dirty="0">
                <a:latin typeface="Century Gothic (Corps)"/>
              </a:rPr>
              <a:t>.</a:t>
            </a:r>
            <a:endParaRPr lang="fr-FR" sz="2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52D2C0E-87E9-0E8A-2753-C56328CF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C1A9B70-6068-61A8-0B4B-75E90EC4E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1D97621-B158-F6BC-2403-71949E6A8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013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7A81659A-996D-BF26-9D1D-07F678952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253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E97A1126-9949-0F61-09E3-814B5D3310BC}"/>
              </a:ext>
            </a:extLst>
          </p:cNvPr>
          <p:cNvSpPr txBox="1"/>
          <p:nvPr/>
        </p:nvSpPr>
        <p:spPr>
          <a:xfrm>
            <a:off x="24564" y="6147390"/>
            <a:ext cx="5259684" cy="2025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ts val="3135"/>
              </a:lnSpc>
              <a:spcBef>
                <a:spcPts val="95"/>
              </a:spcBef>
            </a:pPr>
            <a:r>
              <a:rPr lang="fr-FR" sz="2700" b="1" dirty="0">
                <a:latin typeface="Calibri"/>
                <a:cs typeface="Calibri"/>
              </a:rPr>
              <a:t>Environnemental:</a:t>
            </a:r>
          </a:p>
          <a:p>
            <a:pPr marL="914400" marR="5080" lvl="1" indent="-457200">
              <a:lnSpc>
                <a:spcPts val="3135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fr-FR" altLang="fr-FR" sz="2400" dirty="0">
                <a:latin typeface="Century Gothic (Corps)"/>
              </a:rPr>
              <a:t>réduction des déchets électroniques (câbles).</a:t>
            </a:r>
          </a:p>
          <a:p>
            <a:pPr marL="914400" marR="5080" lvl="1" indent="-457200">
              <a:lnSpc>
                <a:spcPts val="3135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fr-FR" sz="2400" dirty="0">
                <a:latin typeface="Century Gothic (Corps)"/>
              </a:rPr>
              <a:t>optimisation de l’énergie (station centralisée)</a:t>
            </a:r>
            <a:r>
              <a:rPr lang="fr-FR" sz="2400" b="1" dirty="0">
                <a:latin typeface="Century Gothic (Corps)"/>
                <a:cs typeface="Calibri"/>
              </a:rPr>
              <a:t>.</a:t>
            </a:r>
            <a:endParaRPr lang="fr-FR" sz="2400" dirty="0">
              <a:latin typeface="Century Gothic (Corps)"/>
            </a:endParaRP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35D4EE65-7562-763A-5E77-818D2234F2A1}"/>
              </a:ext>
            </a:extLst>
          </p:cNvPr>
          <p:cNvSpPr txBox="1"/>
          <p:nvPr/>
        </p:nvSpPr>
        <p:spPr>
          <a:xfrm>
            <a:off x="11839667" y="6736002"/>
            <a:ext cx="6599576" cy="2734018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2218055" indent="-635">
              <a:lnSpc>
                <a:spcPct val="89400"/>
              </a:lnSpc>
            </a:pPr>
            <a:r>
              <a:rPr lang="fr-FR" sz="2700" b="1" dirty="0">
                <a:latin typeface="Calibri"/>
                <a:cs typeface="Calibri"/>
              </a:rPr>
              <a:t>Social : </a:t>
            </a:r>
            <a:endParaRPr lang="fr-FR" sz="2700" b="1" spc="-50" dirty="0">
              <a:latin typeface="Calibri"/>
              <a:cs typeface="Calibri"/>
            </a:endParaRPr>
          </a:p>
          <a:p>
            <a:pPr marL="926465" marR="2218055" lvl="1" indent="-457200">
              <a:lnSpc>
                <a:spcPct val="89400"/>
              </a:lnSpc>
              <a:buFont typeface="Arial" panose="020B0604020202020204" pitchFamily="34" charset="0"/>
              <a:buChar char="•"/>
            </a:pPr>
            <a:r>
              <a:rPr lang="fr-FR" sz="2400" spc="-25" dirty="0">
                <a:latin typeface="Century Gothic (Corps)"/>
                <a:cs typeface="Calibri"/>
              </a:rPr>
              <a:t>Adoption croissante des smartphones compatibles</a:t>
            </a:r>
            <a:r>
              <a:rPr sz="2400" spc="-25" dirty="0">
                <a:latin typeface="Century Gothic (Corps)"/>
                <a:cs typeface="Calibri"/>
              </a:rPr>
              <a:t>.</a:t>
            </a:r>
            <a:endParaRPr lang="fr-FR" sz="2400" spc="-25" dirty="0">
              <a:latin typeface="Century Gothic (Corps)"/>
              <a:cs typeface="Calibri"/>
            </a:endParaRPr>
          </a:p>
          <a:p>
            <a:pPr marL="926465" marR="2218055" lvl="1" indent="-457200">
              <a:lnSpc>
                <a:spcPct val="89400"/>
              </a:lnSpc>
              <a:buFont typeface="Arial" panose="020B0604020202020204" pitchFamily="34" charset="0"/>
              <a:buChar char="•"/>
            </a:pPr>
            <a:r>
              <a:rPr lang="fr-FR" sz="2400" spc="-25" dirty="0">
                <a:latin typeface="Century Gothic (Corps)"/>
                <a:cs typeface="Calibri"/>
              </a:rPr>
              <a:t>Besoin constant de recharge.</a:t>
            </a:r>
          </a:p>
          <a:p>
            <a:pPr marL="926465" marR="2218055" lvl="1" indent="-457200">
              <a:lnSpc>
                <a:spcPct val="89400"/>
              </a:lnSpc>
              <a:buFont typeface="Arial" panose="020B0604020202020204" pitchFamily="34" charset="0"/>
              <a:buChar char="•"/>
            </a:pPr>
            <a:r>
              <a:rPr lang="fr-FR" sz="2400" spc="-25" dirty="0">
                <a:latin typeface="Century Gothic (Corps)"/>
                <a:cs typeface="Calibri"/>
              </a:rPr>
              <a:t>Usage intensif (réseaux sociaux) , études).</a:t>
            </a:r>
            <a:endParaRPr sz="2400" dirty="0">
              <a:latin typeface="Century Gothic (Corps)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33"/>
    </mc:Choice>
    <mc:Fallback xmlns="">
      <p:transition spd="slow" advTm="10293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900" y="7480300"/>
            <a:ext cx="6438900" cy="647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0400" y="7480300"/>
            <a:ext cx="6438900" cy="6477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07158" y="4502638"/>
            <a:ext cx="6146800" cy="0"/>
          </a:xfrm>
          <a:custGeom>
            <a:avLst/>
            <a:gdLst/>
            <a:ahLst/>
            <a:cxnLst/>
            <a:rect l="l" t="t" r="r" b="b"/>
            <a:pathLst>
              <a:path w="6146800">
                <a:moveTo>
                  <a:pt x="0" y="0"/>
                </a:moveTo>
                <a:lnTo>
                  <a:pt x="6146800" y="0"/>
                </a:lnTo>
              </a:path>
            </a:pathLst>
          </a:custGeom>
          <a:ln w="63500">
            <a:solidFill>
              <a:srgbClr val="3B3B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690100" y="4502150"/>
            <a:ext cx="6146800" cy="0"/>
          </a:xfrm>
          <a:custGeom>
            <a:avLst/>
            <a:gdLst/>
            <a:ahLst/>
            <a:cxnLst/>
            <a:rect l="l" t="t" r="r" b="b"/>
            <a:pathLst>
              <a:path w="6146800">
                <a:moveTo>
                  <a:pt x="0" y="0"/>
                </a:moveTo>
                <a:lnTo>
                  <a:pt x="6146800" y="0"/>
                </a:lnTo>
              </a:path>
            </a:pathLst>
          </a:custGeom>
          <a:ln w="63500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80558" y="483658"/>
            <a:ext cx="10681642" cy="946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58900" algn="l"/>
              </a:tabLst>
            </a:pPr>
            <a:r>
              <a:rPr sz="6050" spc="-25" dirty="0">
                <a:solidFill>
                  <a:srgbClr val="424242"/>
                </a:solidFill>
                <a:latin typeface="Calibri"/>
                <a:cs typeface="Calibri"/>
              </a:rPr>
              <a:t>Les</a:t>
            </a:r>
            <a:r>
              <a:rPr sz="6050" dirty="0">
                <a:solidFill>
                  <a:srgbClr val="424242"/>
                </a:solidFill>
                <a:latin typeface="Calibri"/>
                <a:cs typeface="Calibri"/>
              </a:rPr>
              <a:t>	</a:t>
            </a:r>
            <a:r>
              <a:rPr sz="6050" spc="260" dirty="0" err="1">
                <a:solidFill>
                  <a:srgbClr val="3D3D3D"/>
                </a:solidFill>
                <a:latin typeface="Calibri"/>
                <a:cs typeface="Calibri"/>
              </a:rPr>
              <a:t>Architectes</a:t>
            </a:r>
            <a:r>
              <a:rPr lang="fr-FR" sz="6050" spc="260" dirty="0">
                <a:solidFill>
                  <a:srgbClr val="3D3D3D"/>
                </a:solidFill>
                <a:latin typeface="Calibri"/>
                <a:cs typeface="Calibri"/>
              </a:rPr>
              <a:t> du projet</a:t>
            </a:r>
            <a:endParaRPr sz="605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867" y="2305420"/>
            <a:ext cx="7753382" cy="189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ts val="10325"/>
              </a:lnSpc>
              <a:spcBef>
                <a:spcPts val="100"/>
              </a:spcBef>
            </a:pPr>
            <a:r>
              <a:rPr lang="fr-FR" sz="8750" spc="320" dirty="0">
                <a:solidFill>
                  <a:srgbClr val="3F3F3F"/>
                </a:solidFill>
                <a:latin typeface="Calibri"/>
                <a:cs typeface="Calibri"/>
              </a:rPr>
              <a:t>Youssef  </a:t>
            </a:r>
            <a:r>
              <a:rPr sz="8750" spc="320" dirty="0">
                <a:solidFill>
                  <a:srgbClr val="3F3F3F"/>
                </a:solidFill>
                <a:latin typeface="Calibri"/>
                <a:cs typeface="Calibri"/>
              </a:rPr>
              <a:t>Adlani</a:t>
            </a:r>
            <a:endParaRPr sz="8750" dirty="0">
              <a:latin typeface="Calibri"/>
              <a:cs typeface="Calibri"/>
            </a:endParaRPr>
          </a:p>
          <a:p>
            <a:pPr marL="41275" algn="ctr">
              <a:lnSpc>
                <a:spcPts val="4385"/>
              </a:lnSpc>
            </a:pPr>
            <a:r>
              <a:rPr sz="3800" spc="170" dirty="0">
                <a:solidFill>
                  <a:srgbClr val="66A16E"/>
                </a:solidFill>
                <a:latin typeface="Calibri"/>
                <a:cs typeface="Calibri"/>
              </a:rPr>
              <a:t>Resp</a:t>
            </a:r>
            <a:r>
              <a:rPr lang="fr-FR" sz="3800" spc="170" dirty="0">
                <a:solidFill>
                  <a:srgbClr val="66A16E"/>
                </a:solidFill>
                <a:latin typeface="Calibri"/>
                <a:cs typeface="Calibri"/>
              </a:rPr>
              <a:t>o</a:t>
            </a:r>
            <a:r>
              <a:rPr sz="3800" spc="170" dirty="0" err="1">
                <a:solidFill>
                  <a:srgbClr val="66A16E"/>
                </a:solidFill>
                <a:latin typeface="Calibri"/>
                <a:cs typeface="Calibri"/>
              </a:rPr>
              <a:t>nsable</a:t>
            </a:r>
            <a:r>
              <a:rPr sz="3800" spc="434" dirty="0">
                <a:solidFill>
                  <a:srgbClr val="66A16E"/>
                </a:solidFill>
                <a:latin typeface="Calibri"/>
                <a:cs typeface="Calibri"/>
              </a:rPr>
              <a:t> </a:t>
            </a:r>
            <a:r>
              <a:rPr sz="3800" spc="75" dirty="0" err="1">
                <a:solidFill>
                  <a:srgbClr val="67A370"/>
                </a:solidFill>
                <a:latin typeface="Calibri"/>
                <a:cs typeface="Calibri"/>
              </a:rPr>
              <a:t>Te</a:t>
            </a:r>
            <a:r>
              <a:rPr lang="fr-FR" sz="3800" spc="75" dirty="0">
                <a:solidFill>
                  <a:srgbClr val="67A370"/>
                </a:solidFill>
                <a:latin typeface="Calibri"/>
                <a:cs typeface="Calibri"/>
              </a:rPr>
              <a:t>c</a:t>
            </a:r>
            <a:r>
              <a:rPr sz="3800" spc="75" dirty="0" err="1">
                <a:solidFill>
                  <a:srgbClr val="67A370"/>
                </a:solidFill>
                <a:latin typeface="Calibri"/>
                <a:cs typeface="Calibri"/>
              </a:rPr>
              <a:t>hnique</a:t>
            </a:r>
            <a:endParaRPr sz="3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7668" y="4816475"/>
            <a:ext cx="6149340" cy="37826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3970" marR="272415" indent="-1905">
              <a:lnSpc>
                <a:spcPct val="84600"/>
              </a:lnSpc>
              <a:spcBef>
                <a:spcPts val="695"/>
              </a:spcBef>
            </a:pPr>
            <a:r>
              <a:rPr sz="3100" spc="85" dirty="0">
                <a:latin typeface="Calibri"/>
                <a:cs typeface="Calibri"/>
              </a:rPr>
              <a:t>Focus:</a:t>
            </a:r>
            <a:r>
              <a:rPr sz="3100" spc="-155" dirty="0">
                <a:latin typeface="Calibri"/>
                <a:cs typeface="Calibri"/>
              </a:rPr>
              <a:t> </a:t>
            </a:r>
            <a:r>
              <a:rPr sz="3100" spc="-125" dirty="0">
                <a:latin typeface="Calibri"/>
                <a:cs typeface="Calibri"/>
              </a:rPr>
              <a:t>Développement</a:t>
            </a:r>
            <a:r>
              <a:rPr sz="3100" spc="16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produit, </a:t>
            </a:r>
            <a:r>
              <a:rPr sz="2950" spc="-35" dirty="0">
                <a:latin typeface="Calibri"/>
                <a:cs typeface="Calibri"/>
              </a:rPr>
              <a:t>conception,</a:t>
            </a:r>
            <a:r>
              <a:rPr sz="2950" spc="-30" dirty="0">
                <a:latin typeface="Calibri"/>
                <a:cs typeface="Calibri"/>
              </a:rPr>
              <a:t> </a:t>
            </a:r>
            <a:r>
              <a:rPr sz="2950" spc="-10" dirty="0">
                <a:latin typeface="Calibri"/>
                <a:cs typeface="Calibri"/>
              </a:rPr>
              <a:t>et</a:t>
            </a:r>
            <a:r>
              <a:rPr sz="2950" spc="-155" dirty="0">
                <a:latin typeface="Calibri"/>
                <a:cs typeface="Calibri"/>
              </a:rPr>
              <a:t> </a:t>
            </a:r>
            <a:r>
              <a:rPr sz="2950" dirty="0">
                <a:latin typeface="Calibri"/>
                <a:cs typeface="Calibri"/>
              </a:rPr>
              <a:t>gestion</a:t>
            </a:r>
            <a:r>
              <a:rPr sz="2950" spc="-75" dirty="0">
                <a:latin typeface="Calibri"/>
                <a:cs typeface="Calibri"/>
              </a:rPr>
              <a:t> </a:t>
            </a:r>
            <a:r>
              <a:rPr sz="2950" dirty="0">
                <a:latin typeface="Calibri"/>
                <a:cs typeface="Calibri"/>
              </a:rPr>
              <a:t>des</a:t>
            </a:r>
            <a:r>
              <a:rPr sz="2950" spc="-90" dirty="0">
                <a:latin typeface="Calibri"/>
                <a:cs typeface="Calibri"/>
              </a:rPr>
              <a:t> </a:t>
            </a:r>
            <a:r>
              <a:rPr sz="2950" spc="-10" dirty="0">
                <a:latin typeface="Calibri"/>
                <a:cs typeface="Calibri"/>
              </a:rPr>
              <a:t>fournisseurs </a:t>
            </a:r>
            <a:r>
              <a:rPr sz="3050" spc="-10" dirty="0">
                <a:latin typeface="Calibri"/>
                <a:cs typeface="Calibri"/>
              </a:rPr>
              <a:t>technologiques.</a:t>
            </a:r>
            <a:endParaRPr sz="3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90"/>
              </a:spcBef>
            </a:pPr>
            <a:endParaRPr sz="2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100" spc="-10" dirty="0">
                <a:latin typeface="Calibri"/>
                <a:cs typeface="Calibri"/>
              </a:rPr>
              <a:t>Domaine</a:t>
            </a:r>
            <a:endParaRPr sz="3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45"/>
              </a:spcBef>
            </a:pPr>
            <a:endParaRPr sz="3100">
              <a:latin typeface="Calibri"/>
              <a:cs typeface="Calibri"/>
            </a:endParaRPr>
          </a:p>
          <a:p>
            <a:pPr marL="3470275">
              <a:lnSpc>
                <a:spcPct val="100000"/>
              </a:lnSpc>
            </a:pPr>
            <a:r>
              <a:rPr sz="2750" spc="-70" dirty="0">
                <a:latin typeface="Calibri"/>
                <a:cs typeface="Calibri"/>
              </a:rPr>
              <a:t>Ingénierie </a:t>
            </a:r>
            <a:r>
              <a:rPr sz="2750" spc="-190" dirty="0">
                <a:latin typeface="Calibri"/>
                <a:cs typeface="Calibri"/>
              </a:rPr>
              <a:t>&amp;</a:t>
            </a:r>
            <a:r>
              <a:rPr sz="2750" spc="-15" dirty="0">
                <a:latin typeface="Calibri"/>
                <a:cs typeface="Calibri"/>
              </a:rPr>
              <a:t> </a:t>
            </a:r>
            <a:r>
              <a:rPr sz="2750" spc="-90" dirty="0">
                <a:latin typeface="Calibri"/>
                <a:cs typeface="Calibri"/>
              </a:rPr>
              <a:t>Produit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690100" y="2406902"/>
            <a:ext cx="6438900" cy="19755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z="8950" spc="254" dirty="0">
                <a:solidFill>
                  <a:srgbClr val="384B5B"/>
                </a:solidFill>
              </a:rPr>
              <a:t>Youssef </a:t>
            </a:r>
            <a:r>
              <a:rPr sz="8950" spc="254" dirty="0" err="1">
                <a:solidFill>
                  <a:srgbClr val="384B5B"/>
                </a:solidFill>
              </a:rPr>
              <a:t>Zhar</a:t>
            </a:r>
            <a:endParaRPr sz="8950" dirty="0"/>
          </a:p>
          <a:p>
            <a:pPr marL="21590">
              <a:lnSpc>
                <a:spcPct val="100000"/>
              </a:lnSpc>
              <a:spcBef>
                <a:spcPts val="10"/>
              </a:spcBef>
            </a:pPr>
            <a:r>
              <a:rPr sz="3800" spc="405" dirty="0">
                <a:solidFill>
                  <a:srgbClr val="629A66"/>
                </a:solidFill>
              </a:rPr>
              <a:t>Responsable</a:t>
            </a:r>
            <a:r>
              <a:rPr sz="3800" spc="300" dirty="0">
                <a:solidFill>
                  <a:srgbClr val="629A66"/>
                </a:solidFill>
              </a:rPr>
              <a:t> </a:t>
            </a:r>
            <a:r>
              <a:rPr sz="3800" spc="395" dirty="0">
                <a:solidFill>
                  <a:srgbClr val="599960"/>
                </a:solidFill>
              </a:rPr>
              <a:t>Commercial</a:t>
            </a:r>
            <a:endParaRPr sz="3800" dirty="0"/>
          </a:p>
        </p:txBody>
      </p:sp>
      <p:sp>
        <p:nvSpPr>
          <p:cNvPr id="12" name="object 12"/>
          <p:cNvSpPr txBox="1"/>
          <p:nvPr/>
        </p:nvSpPr>
        <p:spPr>
          <a:xfrm>
            <a:off x="9682168" y="4816475"/>
            <a:ext cx="5909310" cy="12750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3335" marR="5080" indent="-1270">
              <a:lnSpc>
                <a:spcPct val="84600"/>
              </a:lnSpc>
              <a:spcBef>
                <a:spcPts val="695"/>
              </a:spcBef>
            </a:pPr>
            <a:r>
              <a:rPr sz="3100" spc="85" dirty="0">
                <a:latin typeface="Calibri"/>
                <a:cs typeface="Calibri"/>
              </a:rPr>
              <a:t>Focus:</a:t>
            </a:r>
            <a:r>
              <a:rPr sz="3100" spc="-175" dirty="0">
                <a:latin typeface="Calibri"/>
                <a:cs typeface="Calibri"/>
              </a:rPr>
              <a:t> </a:t>
            </a:r>
            <a:r>
              <a:rPr sz="3100" spc="-105" dirty="0">
                <a:latin typeface="Calibri"/>
                <a:cs typeface="Calibri"/>
              </a:rPr>
              <a:t>Stratégie</a:t>
            </a:r>
            <a:r>
              <a:rPr sz="3100" dirty="0">
                <a:latin typeface="Calibri"/>
                <a:cs typeface="Calibri"/>
              </a:rPr>
              <a:t> de</a:t>
            </a:r>
            <a:r>
              <a:rPr sz="3100" spc="-95" dirty="0">
                <a:latin typeface="Calibri"/>
                <a:cs typeface="Calibri"/>
              </a:rPr>
              <a:t> </a:t>
            </a:r>
            <a:r>
              <a:rPr sz="3100" spc="-35" dirty="0">
                <a:latin typeface="Calibri"/>
                <a:cs typeface="Calibri"/>
              </a:rPr>
              <a:t>promotion, </a:t>
            </a:r>
            <a:r>
              <a:rPr sz="2950" spc="-20" dirty="0">
                <a:latin typeface="Calibri"/>
                <a:cs typeface="Calibri"/>
              </a:rPr>
              <a:t>marketing</a:t>
            </a:r>
            <a:r>
              <a:rPr sz="2950" spc="-15" dirty="0">
                <a:latin typeface="Calibri"/>
                <a:cs typeface="Calibri"/>
              </a:rPr>
              <a:t> </a:t>
            </a:r>
            <a:r>
              <a:rPr sz="2950" dirty="0">
                <a:latin typeface="Calibri"/>
                <a:cs typeface="Calibri"/>
              </a:rPr>
              <a:t>de</a:t>
            </a:r>
            <a:r>
              <a:rPr sz="2950" spc="-165" dirty="0">
                <a:latin typeface="Calibri"/>
                <a:cs typeface="Calibri"/>
              </a:rPr>
              <a:t> </a:t>
            </a:r>
            <a:r>
              <a:rPr sz="2950" spc="-30" dirty="0">
                <a:latin typeface="Calibri"/>
                <a:cs typeface="Calibri"/>
              </a:rPr>
              <a:t>proximité,</a:t>
            </a:r>
            <a:r>
              <a:rPr sz="2950" spc="30" dirty="0">
                <a:latin typeface="Calibri"/>
                <a:cs typeface="Calibri"/>
              </a:rPr>
              <a:t> </a:t>
            </a:r>
            <a:r>
              <a:rPr sz="2950" dirty="0">
                <a:latin typeface="Calibri"/>
                <a:cs typeface="Calibri"/>
              </a:rPr>
              <a:t>et</a:t>
            </a:r>
            <a:r>
              <a:rPr sz="2950" spc="-160" dirty="0">
                <a:latin typeface="Calibri"/>
                <a:cs typeface="Calibri"/>
              </a:rPr>
              <a:t> </a:t>
            </a:r>
            <a:r>
              <a:rPr sz="2950" spc="-40" dirty="0">
                <a:latin typeface="Calibri"/>
                <a:cs typeface="Calibri"/>
              </a:rPr>
              <a:t>planification </a:t>
            </a:r>
            <a:r>
              <a:rPr sz="3050" spc="-10" dirty="0">
                <a:latin typeface="Calibri"/>
                <a:cs typeface="Calibri"/>
              </a:rPr>
              <a:t>financière.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82908" y="6895394"/>
            <a:ext cx="1463675" cy="49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spc="-10" dirty="0">
                <a:latin typeface="Calibri"/>
                <a:cs typeface="Calibri"/>
              </a:rPr>
              <a:t>Domaine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90207" y="8158691"/>
            <a:ext cx="274637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20" dirty="0">
                <a:latin typeface="Calibri"/>
                <a:cs typeface="Calibri"/>
              </a:rPr>
              <a:t>Business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&amp;</a:t>
            </a:r>
            <a:r>
              <a:rPr sz="2700" spc="-135" dirty="0">
                <a:latin typeface="Calibri"/>
                <a:cs typeface="Calibri"/>
              </a:rPr>
              <a:t> </a:t>
            </a:r>
            <a:r>
              <a:rPr sz="2700" spc="-60" dirty="0">
                <a:latin typeface="Calibri"/>
                <a:cs typeface="Calibri"/>
              </a:rPr>
              <a:t>Stratégie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303"/>
    </mc:Choice>
    <mc:Fallback xmlns="">
      <p:transition spd="slow" advTm="4130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9400" y="4394200"/>
            <a:ext cx="11849100" cy="4508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68100" y="3898900"/>
            <a:ext cx="825500" cy="292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22300" y="4000500"/>
            <a:ext cx="838200" cy="292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12900" y="4584700"/>
            <a:ext cx="800100" cy="2921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52700" y="4089400"/>
            <a:ext cx="800100" cy="304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90200" y="3327400"/>
            <a:ext cx="863600" cy="2921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42700" y="2844800"/>
            <a:ext cx="825500" cy="2921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395200" y="3429000"/>
            <a:ext cx="838200" cy="2921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347700" y="2946400"/>
            <a:ext cx="787400" cy="2921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300200" y="3517900"/>
            <a:ext cx="825500" cy="2921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252700" y="3048000"/>
            <a:ext cx="774700" cy="29210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56379" y="464025"/>
            <a:ext cx="12773418" cy="15912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120"/>
              </a:spcBef>
            </a:pPr>
            <a:r>
              <a:rPr spc="195" dirty="0">
                <a:solidFill>
                  <a:schemeClr val="accent1">
                    <a:lumMod val="75000"/>
                  </a:schemeClr>
                </a:solidFill>
              </a:rPr>
              <a:t>Scalabilité</a:t>
            </a:r>
            <a:r>
              <a:rPr spc="39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spc="-325" dirty="0">
                <a:solidFill>
                  <a:schemeClr val="accent1">
                    <a:lumMod val="75000"/>
                  </a:schemeClr>
                </a:solidFill>
              </a:rPr>
              <a:t>&amp;</a:t>
            </a:r>
            <a:r>
              <a:rPr spc="-75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spc="240" dirty="0">
                <a:solidFill>
                  <a:schemeClr val="accent1">
                    <a:lumMod val="75000"/>
                  </a:schemeClr>
                </a:solidFill>
              </a:rPr>
              <a:t>Vision</a:t>
            </a:r>
            <a:r>
              <a:rPr spc="-204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spc="155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spc="-55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spc="180" dirty="0">
                <a:solidFill>
                  <a:schemeClr val="accent1">
                    <a:lumMod val="75000"/>
                  </a:schemeClr>
                </a:solidFill>
              </a:rPr>
              <a:t>Vers</a:t>
            </a:r>
            <a:r>
              <a:rPr spc="8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spc="145" dirty="0">
                <a:solidFill>
                  <a:schemeClr val="accent1">
                    <a:lumMod val="75000"/>
                  </a:schemeClr>
                </a:solidFill>
              </a:rPr>
              <a:t>le</a:t>
            </a:r>
            <a:r>
              <a:rPr spc="155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spc="280" dirty="0">
                <a:solidFill>
                  <a:schemeClr val="accent1">
                    <a:lumMod val="75000"/>
                  </a:schemeClr>
                </a:solidFill>
              </a:rPr>
              <a:t>Smart</a:t>
            </a:r>
            <a:r>
              <a:rPr spc="105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pc="105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spc="335" dirty="0">
                <a:solidFill>
                  <a:schemeClr val="accent1">
                    <a:lumMod val="75000"/>
                  </a:schemeClr>
                </a:solidFill>
              </a:rPr>
              <a:t>Campus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685775" y="2142772"/>
            <a:ext cx="5119370" cy="1403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69850" algn="r">
              <a:lnSpc>
                <a:spcPct val="100000"/>
              </a:lnSpc>
              <a:spcBef>
                <a:spcPts val="125"/>
              </a:spcBef>
            </a:pPr>
            <a:r>
              <a:rPr sz="2600" spc="140" dirty="0">
                <a:latin typeface="Calibri"/>
                <a:cs typeface="Calibri"/>
              </a:rPr>
              <a:t>Phase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140" dirty="0">
                <a:latin typeface="Calibri"/>
                <a:cs typeface="Calibri"/>
              </a:rPr>
              <a:t>3</a:t>
            </a:r>
            <a:r>
              <a:rPr sz="2600" spc="-180" dirty="0">
                <a:latin typeface="Calibri"/>
                <a:cs typeface="Calibri"/>
              </a:rPr>
              <a:t> </a:t>
            </a:r>
            <a:r>
              <a:rPr sz="2600" spc="70" dirty="0">
                <a:latin typeface="Calibri"/>
                <a:cs typeface="Calibri"/>
              </a:rPr>
              <a:t>: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135" dirty="0">
                <a:latin typeface="Calibri"/>
                <a:cs typeface="Calibri"/>
              </a:rPr>
              <a:t>La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spc="75" dirty="0">
                <a:latin typeface="Calibri"/>
                <a:cs typeface="Calibri"/>
              </a:rPr>
              <a:t>Vision</a:t>
            </a:r>
            <a:endParaRPr sz="2600" dirty="0">
              <a:latin typeface="Calibri"/>
              <a:cs typeface="Calibri"/>
            </a:endParaRPr>
          </a:p>
          <a:p>
            <a:pPr marR="5080">
              <a:lnSpc>
                <a:spcPts val="2565"/>
              </a:lnSpc>
              <a:spcBef>
                <a:spcPts val="150"/>
              </a:spcBef>
            </a:pPr>
            <a:r>
              <a:rPr sz="2400" spc="-75" dirty="0">
                <a:latin typeface="Calibri"/>
                <a:cs typeface="Calibri"/>
              </a:rPr>
              <a:t>Être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5" dirty="0">
                <a:latin typeface="Calibri"/>
                <a:cs typeface="Calibri"/>
              </a:rPr>
              <a:t>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80" dirty="0">
                <a:latin typeface="Calibri"/>
                <a:cs typeface="Calibri"/>
              </a:rPr>
              <a:t>catalyseur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75" dirty="0">
                <a:latin typeface="Calibri"/>
                <a:cs typeface="Calibri"/>
              </a:rPr>
              <a:t>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la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75" dirty="0">
                <a:latin typeface="Calibri"/>
                <a:cs typeface="Calibri"/>
              </a:rPr>
              <a:t>transition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75" dirty="0">
                <a:latin typeface="Calibri"/>
                <a:cs typeface="Calibri"/>
              </a:rPr>
              <a:t>numérique</a:t>
            </a:r>
            <a:endParaRPr sz="2400" dirty="0">
              <a:latin typeface="Calibri"/>
              <a:cs typeface="Calibri"/>
            </a:endParaRPr>
          </a:p>
          <a:p>
            <a:pPr marR="14604" algn="r">
              <a:lnSpc>
                <a:spcPts val="2245"/>
              </a:lnSpc>
            </a:pPr>
            <a:r>
              <a:rPr sz="2400" spc="-65" dirty="0">
                <a:latin typeface="Calibri"/>
                <a:cs typeface="Calibri"/>
              </a:rPr>
              <a:t>durable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des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campus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véritablement</a:t>
            </a:r>
            <a:endParaRPr sz="2400" dirty="0">
              <a:latin typeface="Calibri"/>
              <a:cs typeface="Calibri"/>
            </a:endParaRPr>
          </a:p>
          <a:p>
            <a:pPr marR="50800" algn="r">
              <a:lnSpc>
                <a:spcPts val="2560"/>
              </a:lnSpc>
            </a:pPr>
            <a:r>
              <a:rPr sz="2400" spc="-65" dirty="0">
                <a:latin typeface="Calibri"/>
                <a:cs typeface="Calibri"/>
              </a:rPr>
              <a:t>intelligents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75" dirty="0">
                <a:latin typeface="Calibri"/>
                <a:cs typeface="Calibri"/>
              </a:rPr>
              <a:t>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connectés</a:t>
            </a:r>
            <a:r>
              <a:rPr sz="2350" spc="-10" dirty="0">
                <a:latin typeface="Calibri"/>
                <a:cs typeface="Calibri"/>
              </a:rPr>
              <a:t>.</a:t>
            </a:r>
            <a:endParaRPr sz="235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45371" y="6141622"/>
            <a:ext cx="9195435" cy="28745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4912360">
              <a:lnSpc>
                <a:spcPct val="100000"/>
              </a:lnSpc>
              <a:spcBef>
                <a:spcPts val="390"/>
              </a:spcBef>
            </a:pPr>
            <a:r>
              <a:rPr sz="2600" spc="305" dirty="0">
                <a:latin typeface="Calibri"/>
                <a:cs typeface="Calibri"/>
              </a:rPr>
              <a:t>Phase</a:t>
            </a:r>
            <a:r>
              <a:rPr sz="2600" spc="55" dirty="0">
                <a:latin typeface="Calibri"/>
                <a:cs typeface="Calibri"/>
              </a:rPr>
              <a:t> </a:t>
            </a:r>
            <a:r>
              <a:rPr sz="2600" spc="335" dirty="0">
                <a:latin typeface="Calibri"/>
                <a:cs typeface="Calibri"/>
              </a:rPr>
              <a:t>2</a:t>
            </a:r>
            <a:r>
              <a:rPr sz="2600" spc="-175" dirty="0">
                <a:latin typeface="Calibri"/>
                <a:cs typeface="Calibri"/>
              </a:rPr>
              <a:t> </a:t>
            </a:r>
            <a:r>
              <a:rPr sz="2600" spc="175" dirty="0">
                <a:latin typeface="Calibri"/>
                <a:cs typeface="Calibri"/>
              </a:rPr>
              <a:t>:</a:t>
            </a:r>
            <a:r>
              <a:rPr sz="2600" spc="65" dirty="0">
                <a:latin typeface="Calibri"/>
                <a:cs typeface="Calibri"/>
              </a:rPr>
              <a:t> </a:t>
            </a:r>
            <a:r>
              <a:rPr sz="2600" spc="229" dirty="0">
                <a:latin typeface="Calibri"/>
                <a:cs typeface="Calibri"/>
              </a:rPr>
              <a:t>L'Expansion</a:t>
            </a:r>
            <a:endParaRPr sz="2600" dirty="0">
              <a:latin typeface="Calibri"/>
              <a:cs typeface="Calibri"/>
            </a:endParaRPr>
          </a:p>
          <a:p>
            <a:pPr marL="4912995" marR="5080">
              <a:lnSpc>
                <a:spcPct val="78000"/>
              </a:lnSpc>
              <a:spcBef>
                <a:spcPts val="890"/>
              </a:spcBef>
            </a:pPr>
            <a:r>
              <a:rPr sz="2400" spc="-50" dirty="0">
                <a:latin typeface="Calibri"/>
                <a:cs typeface="Calibri"/>
              </a:rPr>
              <a:t>Un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70" dirty="0">
                <a:latin typeface="Calibri"/>
                <a:cs typeface="Calibri"/>
              </a:rPr>
              <a:t>modèle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70" dirty="0">
                <a:latin typeface="Calibri"/>
                <a:cs typeface="Calibri"/>
              </a:rPr>
              <a:t>économique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-100" dirty="0">
                <a:latin typeface="Calibri"/>
                <a:cs typeface="Calibri"/>
              </a:rPr>
              <a:t>et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70" dirty="0">
                <a:latin typeface="Calibri"/>
                <a:cs typeface="Calibri"/>
              </a:rPr>
              <a:t>technique </a:t>
            </a:r>
            <a:r>
              <a:rPr sz="2400" spc="-130" dirty="0">
                <a:latin typeface="Calibri"/>
                <a:cs typeface="Calibri"/>
              </a:rPr>
              <a:t>scalable,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150" dirty="0">
                <a:latin typeface="Calibri"/>
                <a:cs typeface="Calibri"/>
              </a:rPr>
              <a:t>prêt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à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70" dirty="0">
                <a:latin typeface="Calibri"/>
                <a:cs typeface="Calibri"/>
              </a:rPr>
              <a:t>être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65" dirty="0">
                <a:latin typeface="Calibri"/>
                <a:cs typeface="Calibri"/>
              </a:rPr>
              <a:t>déployé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dans </a:t>
            </a:r>
            <a:r>
              <a:rPr sz="2400" spc="-80" dirty="0">
                <a:latin typeface="Calibri"/>
                <a:cs typeface="Calibri"/>
              </a:rPr>
              <a:t>tout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réseau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OFPPT.</a:t>
            </a:r>
            <a:endParaRPr sz="2400" dirty="0">
              <a:latin typeface="Calibri"/>
              <a:cs typeface="Calibri"/>
            </a:endParaRPr>
          </a:p>
          <a:p>
            <a:pPr marL="19050">
              <a:lnSpc>
                <a:spcPts val="3190"/>
              </a:lnSpc>
            </a:pPr>
            <a:r>
              <a:rPr sz="2600" spc="140" dirty="0">
                <a:latin typeface="Calibri"/>
                <a:cs typeface="Calibri"/>
              </a:rPr>
              <a:t>Phase</a:t>
            </a:r>
            <a:r>
              <a:rPr sz="2600" spc="-185" dirty="0">
                <a:latin typeface="Calibri"/>
                <a:cs typeface="Calibri"/>
              </a:rPr>
              <a:t> </a:t>
            </a:r>
            <a:r>
              <a:rPr sz="2600" spc="-465" dirty="0">
                <a:latin typeface="Calibri"/>
                <a:cs typeface="Calibri"/>
              </a:rPr>
              <a:t>1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45" dirty="0">
                <a:latin typeface="Calibri"/>
                <a:cs typeface="Calibri"/>
              </a:rPr>
              <a:t> </a:t>
            </a:r>
            <a:r>
              <a:rPr sz="2600" spc="85" dirty="0">
                <a:latin typeface="Calibri"/>
                <a:cs typeface="Calibri"/>
              </a:rPr>
              <a:t>L'innovation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55" dirty="0">
                <a:latin typeface="Calibri"/>
                <a:cs typeface="Calibri"/>
              </a:rPr>
              <a:t>Utile</a:t>
            </a:r>
            <a:endParaRPr sz="2600" dirty="0">
              <a:latin typeface="Calibri"/>
              <a:cs typeface="Calibri"/>
            </a:endParaRPr>
          </a:p>
          <a:p>
            <a:pPr marL="14604" marR="4777105" indent="-2540" algn="just">
              <a:lnSpc>
                <a:spcPct val="85200"/>
              </a:lnSpc>
              <a:spcBef>
                <a:spcPts val="740"/>
              </a:spcBef>
            </a:pPr>
            <a:r>
              <a:rPr sz="2400" dirty="0">
                <a:latin typeface="Calibri"/>
                <a:cs typeface="Calibri"/>
              </a:rPr>
              <a:t>Une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réponse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pragmatique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améliorant </a:t>
            </a:r>
            <a:r>
              <a:rPr sz="2400" dirty="0">
                <a:latin typeface="Calibri"/>
                <a:cs typeface="Calibri"/>
              </a:rPr>
              <a:t>immédiatement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confort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quotidien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à </a:t>
            </a:r>
            <a:r>
              <a:rPr sz="2400" dirty="0">
                <a:latin typeface="Calibri"/>
                <a:cs typeface="Calibri"/>
              </a:rPr>
              <a:t>l'ISTA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Témara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338"/>
    </mc:Choice>
    <mc:Fallback xmlns="">
      <p:transition spd="slow" advTm="61338"/>
    </mc:Fallback>
  </mc:AlternateContent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973</TotalTime>
  <Words>853</Words>
  <Application>Microsoft Office PowerPoint</Application>
  <PresentationFormat>Personnalisé</PresentationFormat>
  <Paragraphs>213</Paragraphs>
  <Slides>12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2" baseType="lpstr">
      <vt:lpstr>Aptos</vt:lpstr>
      <vt:lpstr>Arial</vt:lpstr>
      <vt:lpstr>Arial MT</vt:lpstr>
      <vt:lpstr>Bahnschrift SemiBold SemiConden</vt:lpstr>
      <vt:lpstr>Calibri</vt:lpstr>
      <vt:lpstr>Century Gothic</vt:lpstr>
      <vt:lpstr>Century Gothic (Corps)</vt:lpstr>
      <vt:lpstr>Wingdings</vt:lpstr>
      <vt:lpstr>Wingdings 3</vt:lpstr>
      <vt:lpstr>Brin</vt:lpstr>
      <vt:lpstr>SmartCharge V1 : La station de recharge sans fil pour le campus de demain.</vt:lpstr>
      <vt:lpstr>L'outil pédagogique central face à une infrastructure inadaptée</vt:lpstr>
      <vt:lpstr>Le Diagnostic des Points de Friction : Une crise d'énergie quotidienne</vt:lpstr>
      <vt:lpstr>La Solution : SmartCharge V1</vt:lpstr>
      <vt:lpstr>Radiographie Technique et Sécurité</vt:lpstr>
      <vt:lpstr>L'écosystème Spatial : L'emplacement stratégique </vt:lpstr>
      <vt:lpstr>Modèle de Tarification Sociale Conçu pour assurer la maintenance tout en respectant le budget étudiant.</vt:lpstr>
      <vt:lpstr>Analyse Concurrentielle : Le choix de l'évidence</vt:lpstr>
      <vt:lpstr>Présentation PowerPoint</vt:lpstr>
      <vt:lpstr>Analyse PESTEL : Un contexte macro-économique favorable</vt:lpstr>
      <vt:lpstr>Youssef Zhar Responsable Commercial</vt:lpstr>
      <vt:lpstr>Scalabilité &amp; Vision : Vers le Smart     Campus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Moi</dc:creator>
  <cp:lastModifiedBy>ZHAR YOUSSEF</cp:lastModifiedBy>
  <cp:revision>19</cp:revision>
  <dcterms:created xsi:type="dcterms:W3CDTF">2026-03-16T13:33:20Z</dcterms:created>
  <dcterms:modified xsi:type="dcterms:W3CDTF">2026-03-17T16:41:56Z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LastSaved">
    <vt:filetime>2026-03-16T00:00:00Z</vt:filetime>
  </property>
</Properties>
</file>